
<file path=[Content_Types].xml><?xml version="1.0" encoding="utf-8"?>
<Types xmlns="http://schemas.openxmlformats.org/package/2006/content-types">
  <Default Extension="jpeg" ContentType="image/jpeg"/>
  <Default Extension="jpg" ContentType="image/jpeg"/>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98" r:id="rId2"/>
    <p:sldId id="299" r:id="rId3"/>
    <p:sldId id="300" r:id="rId4"/>
    <p:sldId id="301" r:id="rId5"/>
    <p:sldId id="289" r:id="rId6"/>
    <p:sldId id="290" r:id="rId7"/>
    <p:sldId id="257" r:id="rId8"/>
    <p:sldId id="258" r:id="rId9"/>
    <p:sldId id="259" r:id="rId10"/>
    <p:sldId id="260" r:id="rId11"/>
    <p:sldId id="302" r:id="rId12"/>
    <p:sldId id="303" r:id="rId13"/>
    <p:sldId id="304" r:id="rId14"/>
    <p:sldId id="305" r:id="rId15"/>
    <p:sldId id="291" r:id="rId16"/>
    <p:sldId id="278" r:id="rId17"/>
    <p:sldId id="292" r:id="rId18"/>
    <p:sldId id="293" r:id="rId19"/>
    <p:sldId id="280" r:id="rId20"/>
    <p:sldId id="282" r:id="rId21"/>
    <p:sldId id="283" r:id="rId22"/>
    <p:sldId id="294" r:id="rId23"/>
    <p:sldId id="295" r:id="rId24"/>
    <p:sldId id="296" r:id="rId25"/>
    <p:sldId id="266" r:id="rId26"/>
    <p:sldId id="309" r:id="rId27"/>
    <p:sldId id="307" r:id="rId28"/>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816" autoAdjust="0"/>
    <p:restoredTop sz="94660"/>
  </p:normalViewPr>
  <p:slideViewPr>
    <p:cSldViewPr snapToGrid="0">
      <p:cViewPr varScale="1">
        <p:scale>
          <a:sx n="106" d="100"/>
          <a:sy n="106" d="100"/>
        </p:scale>
        <p:origin x="63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p:cNvSpPr>
            <a:spLocks noGrp="1"/>
          </p:cNvSpPr>
          <p:nvPr>
            <p:ph type="dt" sz="half" idx="10"/>
          </p:nvPr>
        </p:nvSpPr>
        <p:spPr/>
        <p:txBody>
          <a:bodyPr/>
          <a:lstStyle/>
          <a:p>
            <a:fld id="{732A066F-AD98-4754-B625-7B79EC00A7BD}" type="datetimeFigureOut">
              <a:rPr lang="ru-RU" smtClean="0"/>
              <a:t>17.09.2026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47A4E0C8-DE4C-47CB-BA09-3F7A1F474179}" type="slidenum">
              <a:rPr lang="ru-RU" smtClean="0"/>
              <a:t>‹#›</a:t>
            </a:fld>
            <a:endParaRPr lang="ru-RU"/>
          </a:p>
        </p:txBody>
      </p:sp>
    </p:spTree>
    <p:extLst>
      <p:ext uri="{BB962C8B-B14F-4D97-AF65-F5344CB8AC3E}">
        <p14:creationId xmlns:p14="http://schemas.microsoft.com/office/powerpoint/2010/main" val="14609394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732A066F-AD98-4754-B625-7B79EC00A7BD}" type="datetimeFigureOut">
              <a:rPr lang="ru-RU" smtClean="0"/>
              <a:t>17.09.2026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47A4E0C8-DE4C-47CB-BA09-3F7A1F474179}" type="slidenum">
              <a:rPr lang="ru-RU" smtClean="0"/>
              <a:t>‹#›</a:t>
            </a:fld>
            <a:endParaRPr lang="ru-RU"/>
          </a:p>
        </p:txBody>
      </p:sp>
    </p:spTree>
    <p:extLst>
      <p:ext uri="{BB962C8B-B14F-4D97-AF65-F5344CB8AC3E}">
        <p14:creationId xmlns:p14="http://schemas.microsoft.com/office/powerpoint/2010/main" val="15062836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p:cNvSpPr>
            <a:spLocks noGrp="1"/>
          </p:cNvSpPr>
          <p:nvPr>
            <p:ph type="dt" sz="half" idx="10"/>
          </p:nvPr>
        </p:nvSpPr>
        <p:spPr/>
        <p:txBody>
          <a:bodyPr/>
          <a:lstStyle/>
          <a:p>
            <a:fld id="{732A066F-AD98-4754-B625-7B79EC00A7BD}" type="datetimeFigureOut">
              <a:rPr lang="ru-RU" smtClean="0"/>
              <a:t>17.09.2026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47A4E0C8-DE4C-47CB-BA09-3F7A1F474179}" type="slidenum">
              <a:rPr lang="ru-RU" smtClean="0"/>
              <a:t>‹#›</a:t>
            </a:fld>
            <a:endParaRPr lang="ru-RU"/>
          </a:p>
        </p:txBody>
      </p:sp>
    </p:spTree>
    <p:extLst>
      <p:ext uri="{BB962C8B-B14F-4D97-AF65-F5344CB8AC3E}">
        <p14:creationId xmlns:p14="http://schemas.microsoft.com/office/powerpoint/2010/main" val="41751917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p:cNvSpPr>
            <a:spLocks noGrp="1"/>
          </p:cNvSpPr>
          <p:nvPr>
            <p:ph type="dt" sz="half" idx="10"/>
          </p:nvPr>
        </p:nvSpPr>
        <p:spPr/>
        <p:txBody>
          <a:bodyPr/>
          <a:lstStyle/>
          <a:p>
            <a:fld id="{732A066F-AD98-4754-B625-7B79EC00A7BD}" type="datetimeFigureOut">
              <a:rPr lang="ru-RU" smtClean="0"/>
              <a:t>17.09.2026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47A4E0C8-DE4C-47CB-BA09-3F7A1F474179}" type="slidenum">
              <a:rPr lang="ru-RU" smtClean="0"/>
              <a:t>‹#›</a:t>
            </a:fld>
            <a:endParaRPr lang="ru-RU"/>
          </a:p>
        </p:txBody>
      </p:sp>
    </p:spTree>
    <p:extLst>
      <p:ext uri="{BB962C8B-B14F-4D97-AF65-F5344CB8AC3E}">
        <p14:creationId xmlns:p14="http://schemas.microsoft.com/office/powerpoint/2010/main" val="23165459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p:cNvSpPr>
            <a:spLocks noGrp="1"/>
          </p:cNvSpPr>
          <p:nvPr>
            <p:ph type="dt" sz="half" idx="10"/>
          </p:nvPr>
        </p:nvSpPr>
        <p:spPr/>
        <p:txBody>
          <a:bodyPr/>
          <a:lstStyle/>
          <a:p>
            <a:fld id="{732A066F-AD98-4754-B625-7B79EC00A7BD}" type="datetimeFigureOut">
              <a:rPr lang="ru-RU" smtClean="0"/>
              <a:t>17.09.2026</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47A4E0C8-DE4C-47CB-BA09-3F7A1F474179}" type="slidenum">
              <a:rPr lang="ru-RU" smtClean="0"/>
              <a:t>‹#›</a:t>
            </a:fld>
            <a:endParaRPr lang="ru-RU"/>
          </a:p>
        </p:txBody>
      </p:sp>
    </p:spTree>
    <p:extLst>
      <p:ext uri="{BB962C8B-B14F-4D97-AF65-F5344CB8AC3E}">
        <p14:creationId xmlns:p14="http://schemas.microsoft.com/office/powerpoint/2010/main" val="42521795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Дата 2"/>
          <p:cNvSpPr>
            <a:spLocks noGrp="1"/>
          </p:cNvSpPr>
          <p:nvPr>
            <p:ph type="dt" sz="half" idx="10"/>
          </p:nvPr>
        </p:nvSpPr>
        <p:spPr/>
        <p:txBody>
          <a:bodyPr/>
          <a:lstStyle/>
          <a:p>
            <a:fld id="{732A066F-AD98-4754-B625-7B79EC00A7BD}" type="datetimeFigureOut">
              <a:rPr lang="ru-RU" smtClean="0"/>
              <a:t>17.09.2026</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47A4E0C8-DE4C-47CB-BA09-3F7A1F474179}" type="slidenum">
              <a:rPr lang="ru-RU" smtClean="0"/>
              <a:t>‹#›</a:t>
            </a:fld>
            <a:endParaRPr lang="ru-RU"/>
          </a:p>
        </p:txBody>
      </p:sp>
    </p:spTree>
    <p:extLst>
      <p:ext uri="{BB962C8B-B14F-4D97-AF65-F5344CB8AC3E}">
        <p14:creationId xmlns:p14="http://schemas.microsoft.com/office/powerpoint/2010/main" val="17956297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732A066F-AD98-4754-B625-7B79EC00A7BD}" type="datetimeFigureOut">
              <a:rPr lang="ru-RU" smtClean="0"/>
              <a:t>17.09.2026</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47A4E0C8-DE4C-47CB-BA09-3F7A1F474179}" type="slidenum">
              <a:rPr lang="ru-RU" smtClean="0"/>
              <a:t>‹#›</a:t>
            </a:fld>
            <a:endParaRPr lang="ru-RU"/>
          </a:p>
        </p:txBody>
      </p:sp>
    </p:spTree>
    <p:extLst>
      <p:ext uri="{BB962C8B-B14F-4D97-AF65-F5344CB8AC3E}">
        <p14:creationId xmlns:p14="http://schemas.microsoft.com/office/powerpoint/2010/main" val="2147889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p:cNvSpPr>
            <a:spLocks noGrp="1"/>
          </p:cNvSpPr>
          <p:nvPr>
            <p:ph type="dt" sz="half" idx="10"/>
          </p:nvPr>
        </p:nvSpPr>
        <p:spPr/>
        <p:txBody>
          <a:bodyPr/>
          <a:lstStyle/>
          <a:p>
            <a:fld id="{732A066F-AD98-4754-B625-7B79EC00A7BD}" type="datetimeFigureOut">
              <a:rPr lang="ru-RU" smtClean="0"/>
              <a:t>17.09.2026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47A4E0C8-DE4C-47CB-BA09-3F7A1F474179}" type="slidenum">
              <a:rPr lang="ru-RU" smtClean="0"/>
              <a:t>‹#›</a:t>
            </a:fld>
            <a:endParaRPr lang="ru-RU"/>
          </a:p>
        </p:txBody>
      </p:sp>
    </p:spTree>
    <p:extLst>
      <p:ext uri="{BB962C8B-B14F-4D97-AF65-F5344CB8AC3E}">
        <p14:creationId xmlns:p14="http://schemas.microsoft.com/office/powerpoint/2010/main" val="36910629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p:cNvSpPr>
            <a:spLocks noGrp="1"/>
          </p:cNvSpPr>
          <p:nvPr>
            <p:ph type="dt" sz="half" idx="10"/>
          </p:nvPr>
        </p:nvSpPr>
        <p:spPr/>
        <p:txBody>
          <a:bodyPr/>
          <a:lstStyle/>
          <a:p>
            <a:fld id="{732A066F-AD98-4754-B625-7B79EC00A7BD}" type="datetimeFigureOut">
              <a:rPr lang="ru-RU" smtClean="0"/>
              <a:t>17.09.2026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47A4E0C8-DE4C-47CB-BA09-3F7A1F474179}" type="slidenum">
              <a:rPr lang="ru-RU" smtClean="0"/>
              <a:t>‹#›</a:t>
            </a:fld>
            <a:endParaRPr lang="ru-RU"/>
          </a:p>
        </p:txBody>
      </p:sp>
    </p:spTree>
    <p:extLst>
      <p:ext uri="{BB962C8B-B14F-4D97-AF65-F5344CB8AC3E}">
        <p14:creationId xmlns:p14="http://schemas.microsoft.com/office/powerpoint/2010/main" val="18366270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Вертикальный текст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732A066F-AD98-4754-B625-7B79EC00A7BD}" type="datetimeFigureOut">
              <a:rPr lang="ru-RU" smtClean="0"/>
              <a:t>17.09.2026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47A4E0C8-DE4C-47CB-BA09-3F7A1F474179}" type="slidenum">
              <a:rPr lang="ru-RU" smtClean="0"/>
              <a:t>‹#›</a:t>
            </a:fld>
            <a:endParaRPr lang="ru-RU"/>
          </a:p>
        </p:txBody>
      </p:sp>
    </p:spTree>
    <p:extLst>
      <p:ext uri="{BB962C8B-B14F-4D97-AF65-F5344CB8AC3E}">
        <p14:creationId xmlns:p14="http://schemas.microsoft.com/office/powerpoint/2010/main" val="16779680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732A066F-AD98-4754-B625-7B79EC00A7BD}" type="datetimeFigureOut">
              <a:rPr lang="ru-RU" smtClean="0"/>
              <a:t>17.09.2026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47A4E0C8-DE4C-47CB-BA09-3F7A1F474179}" type="slidenum">
              <a:rPr lang="ru-RU" smtClean="0"/>
              <a:t>‹#›</a:t>
            </a:fld>
            <a:endParaRPr lang="ru-RU"/>
          </a:p>
        </p:txBody>
      </p:sp>
    </p:spTree>
    <p:extLst>
      <p:ext uri="{BB962C8B-B14F-4D97-AF65-F5344CB8AC3E}">
        <p14:creationId xmlns:p14="http://schemas.microsoft.com/office/powerpoint/2010/main" val="12822573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32A066F-AD98-4754-B625-7B79EC00A7BD}" type="datetimeFigureOut">
              <a:rPr lang="ru-RU" smtClean="0"/>
              <a:t>17.09.2026</a:t>
            </a:fld>
            <a:endParaRPr lang="ru-RU"/>
          </a:p>
        </p:txBody>
      </p:sp>
      <p:sp>
        <p:nvSpPr>
          <p:cNvPr id="5" name="Нижний колонтитул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A4E0C8-DE4C-47CB-BA09-3F7A1F474179}" type="slidenum">
              <a:rPr lang="ru-RU" smtClean="0"/>
              <a:t>‹#›</a:t>
            </a:fld>
            <a:endParaRPr lang="ru-RU"/>
          </a:p>
        </p:txBody>
      </p:sp>
    </p:spTree>
    <p:extLst>
      <p:ext uri="{BB962C8B-B14F-4D97-AF65-F5344CB8AC3E}">
        <p14:creationId xmlns:p14="http://schemas.microsoft.com/office/powerpoint/2010/main" val="42616289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2.mp3"/><Relationship Id="rId1" Type="http://schemas.microsoft.com/office/2007/relationships/media" Target="../media/media2.mp3"/><Relationship Id="rId5" Type="http://schemas.openxmlformats.org/officeDocument/2006/relationships/image" Target="../media/image6.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Рисунок 4" descr="Изображение выглядит как текст, снимок экрана, линия&#10;&#10;Автоматически созданное описание">
            <a:extLst>
              <a:ext uri="{FF2B5EF4-FFF2-40B4-BE49-F238E27FC236}">
                <a16:creationId xmlns:a16="http://schemas.microsoft.com/office/drawing/2014/main" id="{6AE3623D-C8BA-FE83-4924-82089490C61B}"/>
              </a:ext>
            </a:extLst>
          </p:cNvPr>
          <p:cNvPicPr>
            <a:picLocks noChangeAspect="1"/>
          </p:cNvPicPr>
          <p:nvPr/>
        </p:nvPicPr>
        <p:blipFill>
          <a:blip r:embed="rId2"/>
          <a:stretch>
            <a:fillRect/>
          </a:stretch>
        </p:blipFill>
        <p:spPr>
          <a:xfrm>
            <a:off x="3657600" y="0"/>
            <a:ext cx="4876800" cy="6874933"/>
          </a:xfrm>
          <a:prstGeom prst="rect">
            <a:avLst/>
          </a:prstGeom>
        </p:spPr>
      </p:pic>
    </p:spTree>
    <p:extLst>
      <p:ext uri="{BB962C8B-B14F-4D97-AF65-F5344CB8AC3E}">
        <p14:creationId xmlns:p14="http://schemas.microsoft.com/office/powerpoint/2010/main" val="31619954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p:cNvPicPr>
            <a:picLocks noChangeAspect="1"/>
          </p:cNvPicPr>
          <p:nvPr/>
        </p:nvPicPr>
        <p:blipFill>
          <a:blip r:embed="rId2"/>
          <a:stretch>
            <a:fillRect/>
          </a:stretch>
        </p:blipFill>
        <p:spPr>
          <a:xfrm>
            <a:off x="2383993" y="0"/>
            <a:ext cx="6342845" cy="6858000"/>
          </a:xfrm>
          <a:prstGeom prst="rect">
            <a:avLst/>
          </a:prstGeom>
        </p:spPr>
      </p:pic>
    </p:spTree>
    <p:extLst>
      <p:ext uri="{BB962C8B-B14F-4D97-AF65-F5344CB8AC3E}">
        <p14:creationId xmlns:p14="http://schemas.microsoft.com/office/powerpoint/2010/main" val="26099923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p:cNvPicPr>
            <a:picLocks noChangeAspect="1"/>
          </p:cNvPicPr>
          <p:nvPr/>
        </p:nvPicPr>
        <p:blipFill>
          <a:blip r:embed="rId2"/>
          <a:stretch>
            <a:fillRect/>
          </a:stretch>
        </p:blipFill>
        <p:spPr>
          <a:xfrm>
            <a:off x="991440" y="-1"/>
            <a:ext cx="8799105" cy="6858001"/>
          </a:xfrm>
          <a:prstGeom prst="rect">
            <a:avLst/>
          </a:prstGeom>
        </p:spPr>
      </p:pic>
    </p:spTree>
    <p:extLst>
      <p:ext uri="{BB962C8B-B14F-4D97-AF65-F5344CB8AC3E}">
        <p14:creationId xmlns:p14="http://schemas.microsoft.com/office/powerpoint/2010/main" val="32038319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p:cNvPicPr>
            <a:picLocks noChangeAspect="1"/>
          </p:cNvPicPr>
          <p:nvPr/>
        </p:nvPicPr>
        <p:blipFill>
          <a:blip r:embed="rId2"/>
          <a:stretch>
            <a:fillRect/>
          </a:stretch>
        </p:blipFill>
        <p:spPr>
          <a:xfrm>
            <a:off x="486928" y="0"/>
            <a:ext cx="10587471" cy="6817844"/>
          </a:xfrm>
          <a:prstGeom prst="rect">
            <a:avLst/>
          </a:prstGeom>
        </p:spPr>
      </p:pic>
    </p:spTree>
    <p:extLst>
      <p:ext uri="{BB962C8B-B14F-4D97-AF65-F5344CB8AC3E}">
        <p14:creationId xmlns:p14="http://schemas.microsoft.com/office/powerpoint/2010/main" val="26591475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p:cNvPicPr>
            <a:picLocks noChangeAspect="1"/>
          </p:cNvPicPr>
          <p:nvPr/>
        </p:nvPicPr>
        <p:blipFill>
          <a:blip r:embed="rId4"/>
          <a:stretch>
            <a:fillRect/>
          </a:stretch>
        </p:blipFill>
        <p:spPr>
          <a:xfrm>
            <a:off x="0" y="393989"/>
            <a:ext cx="12118109" cy="6275278"/>
          </a:xfrm>
          <a:prstGeom prst="rect">
            <a:avLst/>
          </a:prstGeom>
        </p:spPr>
      </p:pic>
      <p:pic>
        <p:nvPicPr>
          <p:cNvPr id="5" name="抗厚祈 01. 葛澜1-(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9564543" y="393989"/>
            <a:ext cx="487363" cy="487363"/>
          </a:xfrm>
          <a:prstGeom prst="rect">
            <a:avLst/>
          </a:prstGeom>
        </p:spPr>
      </p:pic>
    </p:spTree>
    <p:extLst>
      <p:ext uri="{BB962C8B-B14F-4D97-AF65-F5344CB8AC3E}">
        <p14:creationId xmlns:p14="http://schemas.microsoft.com/office/powerpoint/2010/main" val="2944069454"/>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5"/>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115513" fill="hold"/>
                                        <p:tgtEl>
                                          <p:spTgt spid="5"/>
                                        </p:tgtEl>
                                      </p:cBhvr>
                                    </p:cmd>
                                  </p:childTnLst>
                                </p:cTn>
                              </p:par>
                            </p:childTnLst>
                          </p:cTn>
                        </p:par>
                      </p:childTnLst>
                    </p:cTn>
                  </p:par>
                </p:childTnLst>
              </p:cTn>
              <p:nextCondLst>
                <p:cond evt="onClick" delay="0">
                  <p:tgtEl>
                    <p:spTgt spid="5"/>
                  </p:tgtEl>
                </p:cond>
              </p:nextCondLst>
            </p:seq>
            <p:audio>
              <p:cMediaNode vol="100000">
                <p:cTn id="7" fill="hold" display="0">
                  <p:stCondLst>
                    <p:cond delay="indefinite"/>
                  </p:stCondLst>
                  <p:endCondLst>
                    <p:cond evt="onStopAudio" delay="0">
                      <p:tgtEl>
                        <p:sldTgt/>
                      </p:tgtEl>
                    </p:cond>
                  </p:endCondLst>
                </p:cTn>
                <p:tgtEl>
                  <p:spTgt spid="5"/>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p:cNvPicPr>
            <a:picLocks noChangeAspect="1"/>
          </p:cNvPicPr>
          <p:nvPr/>
        </p:nvPicPr>
        <p:blipFill>
          <a:blip r:embed="rId4"/>
          <a:stretch>
            <a:fillRect/>
          </a:stretch>
        </p:blipFill>
        <p:spPr>
          <a:xfrm>
            <a:off x="0" y="166254"/>
            <a:ext cx="12071927" cy="6305083"/>
          </a:xfrm>
          <a:prstGeom prst="rect">
            <a:avLst/>
          </a:prstGeom>
        </p:spPr>
      </p:pic>
      <p:pic>
        <p:nvPicPr>
          <p:cNvPr id="3" name="抗厚祈 02. 磊澜1-(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9102725" y="293543"/>
            <a:ext cx="487363" cy="487363"/>
          </a:xfrm>
          <a:prstGeom prst="rect">
            <a:avLst/>
          </a:prstGeom>
        </p:spPr>
      </p:pic>
    </p:spTree>
    <p:extLst>
      <p:ext uri="{BB962C8B-B14F-4D97-AF65-F5344CB8AC3E}">
        <p14:creationId xmlns:p14="http://schemas.microsoft.com/office/powerpoint/2010/main" val="412867747"/>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3"/>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96313" fill="hold"/>
                                        <p:tgtEl>
                                          <p:spTgt spid="3"/>
                                        </p:tgtEl>
                                      </p:cBhvr>
                                    </p:cmd>
                                  </p:childTnLst>
                                </p:cTn>
                              </p:par>
                            </p:childTnLst>
                          </p:cTn>
                        </p:par>
                      </p:childTnLst>
                    </p:cTn>
                  </p:par>
                </p:childTnLst>
              </p:cTn>
              <p:nextCondLst>
                <p:cond evt="onClick" delay="0">
                  <p:tgtEl>
                    <p:spTgt spid="3"/>
                  </p:tgtEl>
                </p:cond>
              </p:nextCondLst>
            </p:seq>
            <p:audio>
              <p:cMediaNode vol="80000">
                <p:cTn id="7" fill="hold" display="0">
                  <p:stCondLst>
                    <p:cond delay="indefinite"/>
                  </p:stCondLst>
                  <p:endCondLst>
                    <p:cond evt="onStopAudio" delay="0">
                      <p:tgtEl>
                        <p:sldTgt/>
                      </p:tgtEl>
                    </p:cond>
                  </p:endCondLst>
                </p:cTn>
                <p:tgtEl>
                  <p:spTgt spid="3"/>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329059" y="240144"/>
            <a:ext cx="4655127" cy="812945"/>
          </a:xfrm>
        </p:spPr>
        <p:txBody>
          <a:bodyPr>
            <a:normAutofit fontScale="90000"/>
          </a:bodyPr>
          <a:lstStyle/>
          <a:p>
            <a:pPr marL="0" indent="0"/>
            <a:r>
              <a:rPr lang="en-US" sz="4800" b="1" dirty="0" err="1"/>
              <a:t>Diftonglar</a:t>
            </a:r>
            <a:r>
              <a:rPr lang="en-US" b="1" dirty="0"/>
              <a:t> </a:t>
            </a:r>
            <a:endParaRPr lang="ru-RU" b="1" dirty="0"/>
          </a:p>
        </p:txBody>
      </p:sp>
      <p:sp>
        <p:nvSpPr>
          <p:cNvPr id="3" name="Скругленный прямоугольник 2"/>
          <p:cNvSpPr/>
          <p:nvPr/>
        </p:nvSpPr>
        <p:spPr>
          <a:xfrm>
            <a:off x="7661548" y="2129124"/>
            <a:ext cx="1004455" cy="74165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4400"/>
              <a:t>ㅙ</a:t>
            </a:r>
            <a:endParaRPr lang="ru-RU" sz="4400"/>
          </a:p>
        </p:txBody>
      </p:sp>
      <p:sp>
        <p:nvSpPr>
          <p:cNvPr id="4" name="Скругленный прямоугольник 3"/>
          <p:cNvSpPr/>
          <p:nvPr/>
        </p:nvSpPr>
        <p:spPr>
          <a:xfrm>
            <a:off x="9933703" y="3517250"/>
            <a:ext cx="1004455" cy="72043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4400"/>
              <a:t>ㅢ</a:t>
            </a:r>
            <a:endParaRPr lang="ru-RU" sz="4400"/>
          </a:p>
        </p:txBody>
      </p:sp>
      <p:sp>
        <p:nvSpPr>
          <p:cNvPr id="5" name="Скругленный прямоугольник 4"/>
          <p:cNvSpPr/>
          <p:nvPr/>
        </p:nvSpPr>
        <p:spPr>
          <a:xfrm>
            <a:off x="5593768" y="4880374"/>
            <a:ext cx="1004455" cy="72043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4400" dirty="0"/>
              <a:t>ㅖ</a:t>
            </a:r>
            <a:endParaRPr lang="ru-RU" sz="4400" dirty="0"/>
          </a:p>
        </p:txBody>
      </p:sp>
      <p:sp>
        <p:nvSpPr>
          <p:cNvPr id="6" name="Скругленный прямоугольник 5"/>
          <p:cNvSpPr/>
          <p:nvPr/>
        </p:nvSpPr>
        <p:spPr>
          <a:xfrm>
            <a:off x="5593767" y="3513553"/>
            <a:ext cx="1004455" cy="72043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4400" dirty="0"/>
              <a:t>ㅒ</a:t>
            </a:r>
            <a:endParaRPr lang="ru-RU" sz="4400" dirty="0"/>
          </a:p>
        </p:txBody>
      </p:sp>
      <p:sp>
        <p:nvSpPr>
          <p:cNvPr id="7" name="Скругленный прямоугольник 6"/>
          <p:cNvSpPr/>
          <p:nvPr/>
        </p:nvSpPr>
        <p:spPr>
          <a:xfrm>
            <a:off x="5593772" y="2150343"/>
            <a:ext cx="931719" cy="72043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4400" dirty="0"/>
              <a:t>ㅔ</a:t>
            </a:r>
            <a:endParaRPr lang="ru-RU" sz="4400" dirty="0"/>
          </a:p>
        </p:txBody>
      </p:sp>
      <p:sp>
        <p:nvSpPr>
          <p:cNvPr id="8" name="Скругленный прямоугольник 7"/>
          <p:cNvSpPr/>
          <p:nvPr/>
        </p:nvSpPr>
        <p:spPr>
          <a:xfrm>
            <a:off x="7661546" y="804089"/>
            <a:ext cx="1004455" cy="72043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4400" dirty="0"/>
              <a:t>ㅘ</a:t>
            </a:r>
            <a:endParaRPr lang="ru-RU" sz="4400" dirty="0"/>
          </a:p>
        </p:txBody>
      </p:sp>
      <p:sp>
        <p:nvSpPr>
          <p:cNvPr id="9" name="Скругленный прямоугольник 8"/>
          <p:cNvSpPr/>
          <p:nvPr/>
        </p:nvSpPr>
        <p:spPr>
          <a:xfrm>
            <a:off x="5593772" y="804089"/>
            <a:ext cx="1004455" cy="72043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4400" dirty="0"/>
              <a:t>ㅐ</a:t>
            </a:r>
            <a:endParaRPr lang="ru-RU" sz="4400" dirty="0"/>
          </a:p>
        </p:txBody>
      </p:sp>
      <p:sp>
        <p:nvSpPr>
          <p:cNvPr id="10" name="Скругленный прямоугольник 9"/>
          <p:cNvSpPr/>
          <p:nvPr/>
        </p:nvSpPr>
        <p:spPr>
          <a:xfrm>
            <a:off x="9933705" y="804089"/>
            <a:ext cx="1004455" cy="72043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4400" dirty="0"/>
              <a:t>ㅞ</a:t>
            </a:r>
            <a:endParaRPr lang="ru-RU" sz="4400" dirty="0"/>
          </a:p>
        </p:txBody>
      </p:sp>
      <p:sp>
        <p:nvSpPr>
          <p:cNvPr id="11" name="Скругленный прямоугольник 10"/>
          <p:cNvSpPr/>
          <p:nvPr/>
        </p:nvSpPr>
        <p:spPr>
          <a:xfrm>
            <a:off x="9933704" y="2150343"/>
            <a:ext cx="1004455" cy="72043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4400"/>
              <a:t>ㅟ</a:t>
            </a:r>
            <a:endParaRPr lang="ru-RU" sz="4400"/>
          </a:p>
        </p:txBody>
      </p:sp>
      <p:sp>
        <p:nvSpPr>
          <p:cNvPr id="12" name="Скругленный прямоугольник 11"/>
          <p:cNvSpPr/>
          <p:nvPr/>
        </p:nvSpPr>
        <p:spPr>
          <a:xfrm>
            <a:off x="7661546" y="4880374"/>
            <a:ext cx="1004455" cy="72043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4400"/>
              <a:t>ㅝ</a:t>
            </a:r>
            <a:endParaRPr lang="ru-RU" sz="4400"/>
          </a:p>
        </p:txBody>
      </p:sp>
      <p:sp>
        <p:nvSpPr>
          <p:cNvPr id="13" name="Скругленный прямоугольник 12"/>
          <p:cNvSpPr/>
          <p:nvPr/>
        </p:nvSpPr>
        <p:spPr>
          <a:xfrm>
            <a:off x="7661547" y="3517250"/>
            <a:ext cx="1004455" cy="72043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4400"/>
              <a:t>ㅚ</a:t>
            </a:r>
            <a:endParaRPr lang="ru-RU" sz="4400"/>
          </a:p>
        </p:txBody>
      </p:sp>
    </p:spTree>
    <p:extLst>
      <p:ext uri="{BB962C8B-B14F-4D97-AF65-F5344CB8AC3E}">
        <p14:creationId xmlns:p14="http://schemas.microsoft.com/office/powerpoint/2010/main" val="33972628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p:cNvPicPr>
            <a:picLocks noChangeAspect="1"/>
          </p:cNvPicPr>
          <p:nvPr/>
        </p:nvPicPr>
        <p:blipFill>
          <a:blip r:embed="rId2"/>
          <a:stretch>
            <a:fillRect/>
          </a:stretch>
        </p:blipFill>
        <p:spPr>
          <a:xfrm>
            <a:off x="0" y="1274619"/>
            <a:ext cx="12047789" cy="4244975"/>
          </a:xfrm>
          <a:prstGeom prst="rect">
            <a:avLst/>
          </a:prstGeom>
        </p:spPr>
      </p:pic>
    </p:spTree>
    <p:extLst>
      <p:ext uri="{BB962C8B-B14F-4D97-AF65-F5344CB8AC3E}">
        <p14:creationId xmlns:p14="http://schemas.microsoft.com/office/powerpoint/2010/main" val="21811187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p:cNvPicPr>
            <a:picLocks noChangeAspect="1"/>
          </p:cNvPicPr>
          <p:nvPr/>
        </p:nvPicPr>
        <p:blipFill>
          <a:blip r:embed="rId2"/>
          <a:stretch>
            <a:fillRect/>
          </a:stretch>
        </p:blipFill>
        <p:spPr>
          <a:xfrm>
            <a:off x="1314161" y="0"/>
            <a:ext cx="9436966" cy="6769450"/>
          </a:xfrm>
          <a:prstGeom prst="rect">
            <a:avLst/>
          </a:prstGeom>
        </p:spPr>
      </p:pic>
    </p:spTree>
    <p:extLst>
      <p:ext uri="{BB962C8B-B14F-4D97-AF65-F5344CB8AC3E}">
        <p14:creationId xmlns:p14="http://schemas.microsoft.com/office/powerpoint/2010/main" val="41884823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p:cNvPicPr>
            <a:picLocks noChangeAspect="1"/>
          </p:cNvPicPr>
          <p:nvPr/>
        </p:nvPicPr>
        <p:blipFill>
          <a:blip r:embed="rId2"/>
          <a:stretch>
            <a:fillRect/>
          </a:stretch>
        </p:blipFill>
        <p:spPr>
          <a:xfrm>
            <a:off x="819151" y="73891"/>
            <a:ext cx="10776560" cy="6714836"/>
          </a:xfrm>
          <a:prstGeom prst="rect">
            <a:avLst/>
          </a:prstGeom>
        </p:spPr>
      </p:pic>
    </p:spTree>
    <p:extLst>
      <p:ext uri="{BB962C8B-B14F-4D97-AF65-F5344CB8AC3E}">
        <p14:creationId xmlns:p14="http://schemas.microsoft.com/office/powerpoint/2010/main" val="2535167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
            <a:extLst>
              <a:ext uri="{FF2B5EF4-FFF2-40B4-BE49-F238E27FC236}">
                <a16:creationId xmlns:a16="http://schemas.microsoft.com/office/drawing/2014/main" id="{E91EEC29-FE57-1C42-6DA1-4C709F7132E3}"/>
              </a:ext>
            </a:extLst>
          </p:cNvPr>
          <p:cNvPicPr>
            <a:picLocks noChangeAspect="1"/>
          </p:cNvPicPr>
          <p:nvPr/>
        </p:nvPicPr>
        <p:blipFill>
          <a:blip r:embed="rId2"/>
          <a:stretch>
            <a:fillRect/>
          </a:stretch>
        </p:blipFill>
        <p:spPr>
          <a:xfrm>
            <a:off x="113264" y="223102"/>
            <a:ext cx="5900239" cy="5622113"/>
          </a:xfrm>
          <a:prstGeom prst="rect">
            <a:avLst/>
          </a:prstGeom>
          <a:ln>
            <a:solidFill>
              <a:srgbClr val="0070C0"/>
            </a:solidFill>
          </a:ln>
        </p:spPr>
      </p:pic>
      <p:pic>
        <p:nvPicPr>
          <p:cNvPr id="5" name="Picture 1">
            <a:extLst>
              <a:ext uri="{FF2B5EF4-FFF2-40B4-BE49-F238E27FC236}">
                <a16:creationId xmlns:a16="http://schemas.microsoft.com/office/drawing/2014/main" id="{9DF47D1F-0AA8-6D77-F805-358869B45632}"/>
              </a:ext>
            </a:extLst>
          </p:cNvPr>
          <p:cNvPicPr>
            <a:picLocks noChangeAspect="1"/>
          </p:cNvPicPr>
          <p:nvPr/>
        </p:nvPicPr>
        <p:blipFill rotWithShape="1">
          <a:blip r:embed="rId3"/>
          <a:srcRect r="29484"/>
          <a:stretch/>
        </p:blipFill>
        <p:spPr>
          <a:xfrm>
            <a:off x="6013503" y="223102"/>
            <a:ext cx="5665353" cy="6559273"/>
          </a:xfrm>
          <a:prstGeom prst="rect">
            <a:avLst/>
          </a:prstGeom>
          <a:ln>
            <a:solidFill>
              <a:srgbClr val="0070C0"/>
            </a:solidFill>
          </a:ln>
        </p:spPr>
      </p:pic>
    </p:spTree>
    <p:extLst>
      <p:ext uri="{BB962C8B-B14F-4D97-AF65-F5344CB8AC3E}">
        <p14:creationId xmlns:p14="http://schemas.microsoft.com/office/powerpoint/2010/main" val="16127817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291235"/>
            <a:ext cx="10515600" cy="1325563"/>
          </a:xfrm>
        </p:spPr>
        <p:txBody>
          <a:bodyPr>
            <a:normAutofit/>
          </a:bodyPr>
          <a:lstStyle/>
          <a:p>
            <a:pPr marL="0" indent="0"/>
            <a:r>
              <a:rPr lang="en-US" sz="4800" b="1" dirty="0" err="1"/>
              <a:t>Juft</a:t>
            </a:r>
            <a:r>
              <a:rPr lang="en-US" sz="4800" b="1" dirty="0"/>
              <a:t> </a:t>
            </a:r>
            <a:r>
              <a:rPr lang="en-US" sz="4800" b="1" dirty="0" err="1"/>
              <a:t>undoshlar</a:t>
            </a:r>
            <a:endParaRPr lang="ru-RU" sz="4800" b="1" dirty="0"/>
          </a:p>
        </p:txBody>
      </p:sp>
      <p:sp>
        <p:nvSpPr>
          <p:cNvPr id="3" name="Скругленный прямоугольник 2"/>
          <p:cNvSpPr/>
          <p:nvPr/>
        </p:nvSpPr>
        <p:spPr>
          <a:xfrm>
            <a:off x="3265055" y="1911927"/>
            <a:ext cx="914400" cy="914400"/>
          </a:xfrm>
          <a:prstGeom prst="roundRect">
            <a:avLst/>
          </a:prstGeom>
          <a:solidFill>
            <a:srgbClr val="59D76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4400" dirty="0"/>
              <a:t>ㄲ</a:t>
            </a:r>
            <a:endParaRPr lang="ru-RU" sz="4400" dirty="0"/>
          </a:p>
        </p:txBody>
      </p:sp>
      <p:sp>
        <p:nvSpPr>
          <p:cNvPr id="4" name="Скругленный прямоугольник 3"/>
          <p:cNvSpPr/>
          <p:nvPr/>
        </p:nvSpPr>
        <p:spPr>
          <a:xfrm>
            <a:off x="3265055" y="3930073"/>
            <a:ext cx="914400" cy="914400"/>
          </a:xfrm>
          <a:prstGeom prst="roundRect">
            <a:avLst/>
          </a:prstGeom>
          <a:solidFill>
            <a:srgbClr val="59D76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4400"/>
              <a:t>ㄸ</a:t>
            </a:r>
            <a:endParaRPr lang="ru-RU" sz="4400"/>
          </a:p>
        </p:txBody>
      </p:sp>
      <p:sp>
        <p:nvSpPr>
          <p:cNvPr id="5" name="Скругленный прямоугольник 4"/>
          <p:cNvSpPr/>
          <p:nvPr/>
        </p:nvSpPr>
        <p:spPr>
          <a:xfrm>
            <a:off x="5721928" y="3930073"/>
            <a:ext cx="914400" cy="914400"/>
          </a:xfrm>
          <a:prstGeom prst="roundRect">
            <a:avLst/>
          </a:prstGeom>
          <a:solidFill>
            <a:srgbClr val="59D76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4400" dirty="0"/>
              <a:t>ㅆ</a:t>
            </a:r>
            <a:endParaRPr lang="ru-RU" sz="4400" dirty="0"/>
          </a:p>
        </p:txBody>
      </p:sp>
      <p:sp>
        <p:nvSpPr>
          <p:cNvPr id="7" name="Скругленный прямоугольник 6"/>
          <p:cNvSpPr/>
          <p:nvPr/>
        </p:nvSpPr>
        <p:spPr>
          <a:xfrm>
            <a:off x="8405092" y="1911927"/>
            <a:ext cx="914400" cy="914400"/>
          </a:xfrm>
          <a:prstGeom prst="roundRect">
            <a:avLst/>
          </a:prstGeom>
          <a:solidFill>
            <a:srgbClr val="59D76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4400" dirty="0"/>
              <a:t>ㅉ</a:t>
            </a:r>
            <a:endParaRPr lang="ru-RU" sz="4400" dirty="0"/>
          </a:p>
        </p:txBody>
      </p:sp>
      <p:sp>
        <p:nvSpPr>
          <p:cNvPr id="8" name="Скругленный прямоугольник 7"/>
          <p:cNvSpPr/>
          <p:nvPr/>
        </p:nvSpPr>
        <p:spPr>
          <a:xfrm>
            <a:off x="5721928" y="1911927"/>
            <a:ext cx="914400" cy="914400"/>
          </a:xfrm>
          <a:prstGeom prst="roundRect">
            <a:avLst/>
          </a:prstGeom>
          <a:solidFill>
            <a:srgbClr val="59D76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4400"/>
              <a:t>ㅃ</a:t>
            </a:r>
            <a:endParaRPr lang="ru-RU" sz="4400"/>
          </a:p>
        </p:txBody>
      </p:sp>
    </p:spTree>
    <p:extLst>
      <p:ext uri="{BB962C8B-B14F-4D97-AF65-F5344CB8AC3E}">
        <p14:creationId xmlns:p14="http://schemas.microsoft.com/office/powerpoint/2010/main" val="35506680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p:cNvPicPr>
            <a:picLocks noChangeAspect="1"/>
          </p:cNvPicPr>
          <p:nvPr/>
        </p:nvPicPr>
        <p:blipFill>
          <a:blip r:embed="rId2"/>
          <a:stretch>
            <a:fillRect/>
          </a:stretch>
        </p:blipFill>
        <p:spPr>
          <a:xfrm>
            <a:off x="1202746" y="198726"/>
            <a:ext cx="9271289" cy="6480065"/>
          </a:xfrm>
          <a:prstGeom prst="rect">
            <a:avLst/>
          </a:prstGeom>
        </p:spPr>
      </p:pic>
    </p:spTree>
    <p:extLst>
      <p:ext uri="{BB962C8B-B14F-4D97-AF65-F5344CB8AC3E}">
        <p14:creationId xmlns:p14="http://schemas.microsoft.com/office/powerpoint/2010/main" val="20673680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12">
            <a:extLst>
              <a:ext uri="{FF2B5EF4-FFF2-40B4-BE49-F238E27FC236}">
                <a16:creationId xmlns:a16="http://schemas.microsoft.com/office/drawing/2014/main" id="{82BF7300-EFE9-6EFF-40DE-14E65FBAAEF3}"/>
              </a:ext>
            </a:extLst>
          </p:cNvPr>
          <p:cNvPicPr>
            <a:picLocks noChangeAspect="1"/>
          </p:cNvPicPr>
          <p:nvPr/>
        </p:nvPicPr>
        <p:blipFill rotWithShape="1">
          <a:blip r:embed="rId2"/>
          <a:srcRect t="16623" r="876" b="-995"/>
          <a:stretch/>
        </p:blipFill>
        <p:spPr>
          <a:xfrm>
            <a:off x="913414" y="556633"/>
            <a:ext cx="7719598" cy="5974812"/>
          </a:xfrm>
          <a:prstGeom prst="rect">
            <a:avLst/>
          </a:prstGeom>
        </p:spPr>
      </p:pic>
    </p:spTree>
    <p:extLst>
      <p:ext uri="{BB962C8B-B14F-4D97-AF65-F5344CB8AC3E}">
        <p14:creationId xmlns:p14="http://schemas.microsoft.com/office/powerpoint/2010/main" val="27554059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p:cNvSpPr>
            <a:spLocks noGrp="1"/>
          </p:cNvSpPr>
          <p:nvPr>
            <p:ph type="title"/>
          </p:nvPr>
        </p:nvSpPr>
        <p:spPr>
          <a:xfrm>
            <a:off x="406400" y="1067089"/>
            <a:ext cx="11150600" cy="1325563"/>
          </a:xfrm>
        </p:spPr>
        <p:txBody>
          <a:bodyPr>
            <a:normAutofit fontScale="90000"/>
          </a:bodyPr>
          <a:lstStyle/>
          <a:p>
            <a:r>
              <a:rPr lang="en-US" b="1" dirty="0" err="1"/>
              <a:t>Bo’g’in</a:t>
            </a:r>
            <a:r>
              <a:rPr lang="en-US" b="1" dirty="0"/>
              <a:t> </a:t>
            </a:r>
            <a:r>
              <a:rPr lang="en-US" b="1" dirty="0" err="1"/>
              <a:t>yasalishi</a:t>
            </a:r>
            <a:br>
              <a:rPr lang="en-US" dirty="0"/>
            </a:br>
            <a:r>
              <a:rPr lang="en-US" sz="3100" dirty="0" err="1"/>
              <a:t>Koreys</a:t>
            </a:r>
            <a:r>
              <a:rPr lang="en-US" sz="3100" dirty="0"/>
              <a:t> </a:t>
            </a:r>
            <a:r>
              <a:rPr lang="en-US" sz="3100" dirty="0" err="1"/>
              <a:t>tilida</a:t>
            </a:r>
            <a:r>
              <a:rPr lang="en-US" sz="3100" dirty="0"/>
              <a:t> </a:t>
            </a:r>
            <a:r>
              <a:rPr lang="en-US" sz="3100" dirty="0" err="1"/>
              <a:t>bo’g’inlar</a:t>
            </a:r>
            <a:r>
              <a:rPr lang="en-US" sz="3100" dirty="0"/>
              <a:t> </a:t>
            </a:r>
            <a:r>
              <a:rPr lang="en-US" sz="3100" dirty="0" err="1"/>
              <a:t>undosh</a:t>
            </a:r>
            <a:r>
              <a:rPr lang="en-US" sz="3100" dirty="0"/>
              <a:t> </a:t>
            </a:r>
            <a:r>
              <a:rPr lang="en-US" sz="3100" dirty="0" err="1"/>
              <a:t>va</a:t>
            </a:r>
            <a:r>
              <a:rPr lang="en-US" sz="3100" dirty="0"/>
              <a:t> </a:t>
            </a:r>
            <a:r>
              <a:rPr lang="en-US" sz="3100" dirty="0" err="1"/>
              <a:t>unli</a:t>
            </a:r>
            <a:r>
              <a:rPr lang="en-US" sz="3100" dirty="0"/>
              <a:t> </a:t>
            </a:r>
            <a:r>
              <a:rPr lang="en-US" sz="3100" dirty="0" err="1"/>
              <a:t>birikmasidan</a:t>
            </a:r>
            <a:r>
              <a:rPr lang="en-US" sz="3100" dirty="0"/>
              <a:t> </a:t>
            </a:r>
            <a:r>
              <a:rPr lang="en-US" sz="3100" dirty="0" err="1"/>
              <a:t>iborat</a:t>
            </a:r>
            <a:r>
              <a:rPr lang="en-US" sz="3100" dirty="0"/>
              <a:t>. </a:t>
            </a:r>
            <a:r>
              <a:rPr lang="en-US" sz="3100" dirty="0" err="1"/>
              <a:t>Tik</a:t>
            </a:r>
            <a:r>
              <a:rPr lang="en-US" sz="3100" dirty="0"/>
              <a:t> </a:t>
            </a:r>
            <a:r>
              <a:rPr lang="en-US" sz="3100" dirty="0" err="1"/>
              <a:t>unlilar</a:t>
            </a:r>
            <a:r>
              <a:rPr lang="en-US" sz="3100" dirty="0"/>
              <a:t> </a:t>
            </a:r>
            <a:r>
              <a:rPr lang="en-US" sz="3100" dirty="0" err="1"/>
              <a:t>undosh</a:t>
            </a:r>
            <a:r>
              <a:rPr lang="en-US" sz="3100" dirty="0"/>
              <a:t> </a:t>
            </a:r>
            <a:r>
              <a:rPr lang="en-US" sz="3100" dirty="0" err="1"/>
              <a:t>harfning</a:t>
            </a:r>
            <a:r>
              <a:rPr lang="en-US" sz="3100" dirty="0"/>
              <a:t> </a:t>
            </a:r>
            <a:r>
              <a:rPr lang="en-US" sz="3100" dirty="0" err="1"/>
              <a:t>o’ng</a:t>
            </a:r>
            <a:r>
              <a:rPr lang="en-US" sz="3100" dirty="0"/>
              <a:t> </a:t>
            </a:r>
            <a:r>
              <a:rPr lang="en-US" sz="3100" dirty="0" err="1"/>
              <a:t>tomonidan</a:t>
            </a:r>
            <a:r>
              <a:rPr lang="en-US" sz="3100" dirty="0"/>
              <a:t>, </a:t>
            </a:r>
            <a:r>
              <a:rPr lang="en-US" sz="3100" dirty="0" err="1"/>
              <a:t>yotiq</a:t>
            </a:r>
            <a:r>
              <a:rPr lang="en-US" sz="3100" dirty="0"/>
              <a:t> </a:t>
            </a:r>
            <a:r>
              <a:rPr lang="en-US" sz="3100" dirty="0" err="1"/>
              <a:t>unlilar</a:t>
            </a:r>
            <a:r>
              <a:rPr lang="en-US" sz="3100" dirty="0"/>
              <a:t> </a:t>
            </a:r>
            <a:r>
              <a:rPr lang="en-US" sz="3100" dirty="0" err="1"/>
              <a:t>undosh</a:t>
            </a:r>
            <a:r>
              <a:rPr lang="en-US" sz="3100" dirty="0"/>
              <a:t> </a:t>
            </a:r>
            <a:r>
              <a:rPr lang="en-US" sz="3100" dirty="0" err="1"/>
              <a:t>harfning</a:t>
            </a:r>
            <a:r>
              <a:rPr lang="en-US" sz="3100" dirty="0"/>
              <a:t> </a:t>
            </a:r>
            <a:r>
              <a:rPr lang="en-US" sz="3100" dirty="0" err="1"/>
              <a:t>pasidan</a:t>
            </a:r>
            <a:r>
              <a:rPr lang="en-US" sz="3100" dirty="0"/>
              <a:t> </a:t>
            </a:r>
            <a:r>
              <a:rPr lang="en-US" sz="3100" dirty="0" err="1"/>
              <a:t>yoziladi</a:t>
            </a:r>
            <a:r>
              <a:rPr lang="en-US" sz="3100" dirty="0"/>
              <a:t>. Agar </a:t>
            </a:r>
            <a:r>
              <a:rPr lang="en-US" sz="3100" dirty="0" err="1"/>
              <a:t>undosh</a:t>
            </a:r>
            <a:r>
              <a:rPr lang="en-US" sz="3100" dirty="0"/>
              <a:t> </a:t>
            </a:r>
            <a:r>
              <a:rPr lang="en-US" sz="3100" dirty="0" err="1"/>
              <a:t>harf</a:t>
            </a:r>
            <a:r>
              <a:rPr lang="en-US" sz="3100" dirty="0"/>
              <a:t> </a:t>
            </a:r>
            <a:r>
              <a:rPr lang="en-US" sz="3100" dirty="0" err="1"/>
              <a:t>bo’lmasa</a:t>
            </a:r>
            <a:r>
              <a:rPr lang="en-US" sz="3100" dirty="0"/>
              <a:t>, </a:t>
            </a:r>
            <a:r>
              <a:rPr lang="en-US" sz="3100" dirty="0" err="1"/>
              <a:t>so’z</a:t>
            </a:r>
            <a:r>
              <a:rPr lang="en-US" sz="3100" dirty="0"/>
              <a:t> </a:t>
            </a:r>
            <a:r>
              <a:rPr lang="en-US" sz="3100" dirty="0" err="1"/>
              <a:t>unli</a:t>
            </a:r>
            <a:r>
              <a:rPr lang="en-US" sz="3100" dirty="0"/>
              <a:t> </a:t>
            </a:r>
            <a:r>
              <a:rPr lang="en-US" sz="3100" dirty="0" err="1"/>
              <a:t>harfdan</a:t>
            </a:r>
            <a:r>
              <a:rPr lang="en-US" sz="3100" dirty="0"/>
              <a:t> </a:t>
            </a:r>
            <a:r>
              <a:rPr lang="en-US" sz="3100" dirty="0" err="1"/>
              <a:t>boshlanadigan</a:t>
            </a:r>
            <a:r>
              <a:rPr lang="en-US" sz="3100" dirty="0"/>
              <a:t> </a:t>
            </a:r>
            <a:r>
              <a:rPr lang="en-US" sz="3100" dirty="0" err="1"/>
              <a:t>bo’lsa</a:t>
            </a:r>
            <a:r>
              <a:rPr lang="en-US" sz="3100" dirty="0"/>
              <a:t> </a:t>
            </a:r>
            <a:r>
              <a:rPr lang="en-US" sz="3100" dirty="0">
                <a:solidFill>
                  <a:srgbClr val="FF0000"/>
                </a:solidFill>
              </a:rPr>
              <a:t>“o” </a:t>
            </a:r>
            <a:r>
              <a:rPr lang="en-US" sz="3100" dirty="0" err="1">
                <a:solidFill>
                  <a:srgbClr val="FF0000"/>
                </a:solidFill>
              </a:rPr>
              <a:t>harfi</a:t>
            </a:r>
            <a:r>
              <a:rPr lang="en-US" sz="3100" dirty="0">
                <a:solidFill>
                  <a:srgbClr val="FF0000"/>
                </a:solidFill>
              </a:rPr>
              <a:t> </a:t>
            </a:r>
            <a:r>
              <a:rPr lang="en-US" sz="3100" dirty="0" err="1"/>
              <a:t>bilan</a:t>
            </a:r>
            <a:r>
              <a:rPr lang="en-US" sz="3100" dirty="0"/>
              <a:t> </a:t>
            </a:r>
            <a:r>
              <a:rPr lang="en-US" sz="3100" dirty="0" err="1"/>
              <a:t>boshlash</a:t>
            </a:r>
            <a:r>
              <a:rPr lang="en-US" sz="3100" dirty="0"/>
              <a:t> </a:t>
            </a:r>
            <a:r>
              <a:rPr lang="en-US" sz="3100" dirty="0" err="1"/>
              <a:t>shart</a:t>
            </a:r>
            <a:r>
              <a:rPr lang="en-US" sz="3100" dirty="0"/>
              <a:t>.</a:t>
            </a:r>
            <a:br>
              <a:rPr lang="en-US" sz="3100" dirty="0"/>
            </a:br>
            <a:br>
              <a:rPr lang="en-US" sz="3100" dirty="0"/>
            </a:br>
            <a:r>
              <a:rPr lang="en-US" sz="3100" dirty="0"/>
              <a:t>                    </a:t>
            </a:r>
            <a:br>
              <a:rPr lang="en-US" sz="3100" dirty="0"/>
            </a:br>
            <a:r>
              <a:rPr lang="en-US" sz="3100" dirty="0"/>
              <a:t>                          </a:t>
            </a:r>
            <a:r>
              <a:rPr lang="en-US" sz="3600" b="1" dirty="0" err="1">
                <a:latin typeface="+mn-lt"/>
              </a:rPr>
              <a:t>Unli</a:t>
            </a:r>
            <a:r>
              <a:rPr lang="en-US" sz="3600" b="1" dirty="0">
                <a:latin typeface="+mn-lt"/>
              </a:rPr>
              <a:t> </a:t>
            </a:r>
            <a:r>
              <a:rPr lang="en-US" sz="3600" b="1" dirty="0" err="1">
                <a:latin typeface="+mn-lt"/>
              </a:rPr>
              <a:t>harfdan</a:t>
            </a:r>
            <a:r>
              <a:rPr lang="en-US" sz="3600" b="1" dirty="0">
                <a:latin typeface="+mn-lt"/>
              </a:rPr>
              <a:t> </a:t>
            </a:r>
            <a:r>
              <a:rPr lang="en-US" sz="3600" b="1" dirty="0" err="1">
                <a:latin typeface="+mn-lt"/>
              </a:rPr>
              <a:t>boshlanadigan</a:t>
            </a:r>
            <a:r>
              <a:rPr lang="en-US" sz="3600" b="1" dirty="0">
                <a:latin typeface="+mn-lt"/>
              </a:rPr>
              <a:t> </a:t>
            </a:r>
            <a:r>
              <a:rPr lang="en-US" sz="3600" b="1" dirty="0" err="1">
                <a:latin typeface="+mn-lt"/>
              </a:rPr>
              <a:t>bo’g’inlar</a:t>
            </a:r>
            <a:endParaRPr lang="ru-RU" sz="3600" b="1" dirty="0">
              <a:solidFill>
                <a:srgbClr val="FF0000"/>
              </a:solidFill>
              <a:latin typeface="+mn-lt"/>
            </a:endParaRPr>
          </a:p>
        </p:txBody>
      </p:sp>
      <p:pic>
        <p:nvPicPr>
          <p:cNvPr id="2" name="Рисунок 1"/>
          <p:cNvPicPr>
            <a:picLocks noChangeAspect="1"/>
          </p:cNvPicPr>
          <p:nvPr/>
        </p:nvPicPr>
        <p:blipFill>
          <a:blip r:embed="rId2"/>
          <a:stretch>
            <a:fillRect/>
          </a:stretch>
        </p:blipFill>
        <p:spPr>
          <a:xfrm>
            <a:off x="1625642" y="3689204"/>
            <a:ext cx="8712115" cy="2704386"/>
          </a:xfrm>
          <a:prstGeom prst="rect">
            <a:avLst/>
          </a:prstGeom>
        </p:spPr>
      </p:pic>
    </p:spTree>
    <p:extLst>
      <p:ext uri="{BB962C8B-B14F-4D97-AF65-F5344CB8AC3E}">
        <p14:creationId xmlns:p14="http://schemas.microsoft.com/office/powerpoint/2010/main" val="22247384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Рисунок 4"/>
          <p:cNvPicPr>
            <a:picLocks noChangeAspect="1"/>
          </p:cNvPicPr>
          <p:nvPr/>
        </p:nvPicPr>
        <p:blipFill>
          <a:blip r:embed="rId2"/>
          <a:stretch>
            <a:fillRect/>
          </a:stretch>
        </p:blipFill>
        <p:spPr>
          <a:xfrm>
            <a:off x="1203036" y="451860"/>
            <a:ext cx="9326418" cy="6213478"/>
          </a:xfrm>
          <a:prstGeom prst="rect">
            <a:avLst/>
          </a:prstGeom>
        </p:spPr>
      </p:pic>
    </p:spTree>
    <p:extLst>
      <p:ext uri="{BB962C8B-B14F-4D97-AF65-F5344CB8AC3E}">
        <p14:creationId xmlns:p14="http://schemas.microsoft.com/office/powerpoint/2010/main" val="28285090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ko-KR" altLang="en-US" b="1" dirty="0"/>
              <a:t>자음</a:t>
            </a:r>
            <a:r>
              <a:rPr lang="en-US" altLang="ko-KR" b="1" dirty="0" err="1"/>
              <a:t>Undosh</a:t>
            </a:r>
            <a:r>
              <a:rPr lang="en-US" altLang="ko-KR" b="1" dirty="0"/>
              <a:t> +</a:t>
            </a:r>
            <a:r>
              <a:rPr lang="ko-KR" altLang="en-US" b="1" dirty="0"/>
              <a:t> 모음</a:t>
            </a:r>
            <a:r>
              <a:rPr lang="en-US" altLang="ko-KR" b="1" dirty="0"/>
              <a:t> </a:t>
            </a:r>
            <a:r>
              <a:rPr lang="en-US" altLang="ko-KR" b="1" dirty="0" err="1"/>
              <a:t>vertikal</a:t>
            </a:r>
            <a:r>
              <a:rPr lang="en-US" altLang="ko-KR" b="1" dirty="0"/>
              <a:t> </a:t>
            </a:r>
            <a:r>
              <a:rPr lang="en-US" altLang="ko-KR" b="1" dirty="0" err="1"/>
              <a:t>unli</a:t>
            </a:r>
            <a:endParaRPr lang="ru-RU" b="1" dirty="0"/>
          </a:p>
        </p:txBody>
      </p:sp>
      <p:pic>
        <p:nvPicPr>
          <p:cNvPr id="3" name="Рисунок 2"/>
          <p:cNvPicPr>
            <a:picLocks noChangeAspect="1"/>
          </p:cNvPicPr>
          <p:nvPr/>
        </p:nvPicPr>
        <p:blipFill>
          <a:blip r:embed="rId2"/>
          <a:stretch>
            <a:fillRect/>
          </a:stretch>
        </p:blipFill>
        <p:spPr>
          <a:xfrm>
            <a:off x="1589873" y="2374033"/>
            <a:ext cx="9624339" cy="2789094"/>
          </a:xfrm>
          <a:prstGeom prst="rect">
            <a:avLst/>
          </a:prstGeom>
        </p:spPr>
      </p:pic>
    </p:spTree>
    <p:extLst>
      <p:ext uri="{BB962C8B-B14F-4D97-AF65-F5344CB8AC3E}">
        <p14:creationId xmlns:p14="http://schemas.microsoft.com/office/powerpoint/2010/main" val="2663276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ko-KR" altLang="en-US" b="1" dirty="0"/>
              <a:t>자음</a:t>
            </a:r>
            <a:r>
              <a:rPr lang="en-US" altLang="ko-KR" b="1" dirty="0" err="1"/>
              <a:t>Undosh</a:t>
            </a:r>
            <a:r>
              <a:rPr lang="en-US" altLang="ko-KR" b="1" dirty="0"/>
              <a:t> +</a:t>
            </a:r>
            <a:r>
              <a:rPr lang="ko-KR" altLang="en-US" b="1" dirty="0"/>
              <a:t> 모음</a:t>
            </a:r>
            <a:r>
              <a:rPr lang="en-US" altLang="ko-KR" b="1" dirty="0"/>
              <a:t> </a:t>
            </a:r>
            <a:r>
              <a:rPr lang="en-US" altLang="ko-KR" b="1" dirty="0" err="1"/>
              <a:t>gorizontal</a:t>
            </a:r>
            <a:r>
              <a:rPr lang="en-US" altLang="ko-KR" b="1" dirty="0"/>
              <a:t> </a:t>
            </a:r>
            <a:r>
              <a:rPr lang="en-US" altLang="ko-KR" b="1" dirty="0" err="1"/>
              <a:t>unli</a:t>
            </a:r>
            <a:endParaRPr lang="ru-RU" b="1" dirty="0"/>
          </a:p>
        </p:txBody>
      </p:sp>
      <p:pic>
        <p:nvPicPr>
          <p:cNvPr id="3" name="Рисунок 2"/>
          <p:cNvPicPr>
            <a:picLocks noChangeAspect="1"/>
          </p:cNvPicPr>
          <p:nvPr/>
        </p:nvPicPr>
        <p:blipFill>
          <a:blip r:embed="rId2"/>
          <a:stretch>
            <a:fillRect/>
          </a:stretch>
        </p:blipFill>
        <p:spPr>
          <a:xfrm>
            <a:off x="964407" y="2526577"/>
            <a:ext cx="9227037" cy="2710442"/>
          </a:xfrm>
          <a:prstGeom prst="rect">
            <a:avLst/>
          </a:prstGeom>
        </p:spPr>
      </p:pic>
    </p:spTree>
    <p:extLst>
      <p:ext uri="{BB962C8B-B14F-4D97-AF65-F5344CB8AC3E}">
        <p14:creationId xmlns:p14="http://schemas.microsoft.com/office/powerpoint/2010/main" val="39848151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Объект 3"/>
          <p:cNvPicPr>
            <a:picLocks noGrp="1" noChangeAspect="1"/>
          </p:cNvPicPr>
          <p:nvPr>
            <p:ph idx="1"/>
          </p:nvPr>
        </p:nvPicPr>
        <p:blipFill>
          <a:blip r:embed="rId2"/>
          <a:stretch>
            <a:fillRect/>
          </a:stretch>
        </p:blipFill>
        <p:spPr>
          <a:xfrm>
            <a:off x="1922240" y="236969"/>
            <a:ext cx="7738995" cy="6421499"/>
          </a:xfrm>
          <a:prstGeom prst="rect">
            <a:avLst/>
          </a:prstGeom>
        </p:spPr>
      </p:pic>
    </p:spTree>
    <p:extLst>
      <p:ext uri="{BB962C8B-B14F-4D97-AF65-F5344CB8AC3E}">
        <p14:creationId xmlns:p14="http://schemas.microsoft.com/office/powerpoint/2010/main" val="5039411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Объект 3"/>
          <p:cNvPicPr>
            <a:picLocks noGrp="1" noChangeAspect="1"/>
          </p:cNvPicPr>
          <p:nvPr>
            <p:ph idx="1"/>
          </p:nvPr>
        </p:nvPicPr>
        <p:blipFill>
          <a:blip r:embed="rId2"/>
          <a:stretch>
            <a:fillRect/>
          </a:stretch>
        </p:blipFill>
        <p:spPr>
          <a:xfrm>
            <a:off x="2007762" y="255441"/>
            <a:ext cx="7616529" cy="6532963"/>
          </a:xfrm>
          <a:prstGeom prst="rect">
            <a:avLst/>
          </a:prstGeom>
        </p:spPr>
      </p:pic>
    </p:spTree>
    <p:extLst>
      <p:ext uri="{BB962C8B-B14F-4D97-AF65-F5344CB8AC3E}">
        <p14:creationId xmlns:p14="http://schemas.microsoft.com/office/powerpoint/2010/main" val="15276874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Объект 3"/>
          <p:cNvPicPr>
            <a:picLocks noGrp="1" noChangeAspect="1"/>
          </p:cNvPicPr>
          <p:nvPr>
            <p:ph idx="1"/>
          </p:nvPr>
        </p:nvPicPr>
        <p:blipFill>
          <a:blip r:embed="rId2"/>
          <a:stretch>
            <a:fillRect/>
          </a:stretch>
        </p:blipFill>
        <p:spPr>
          <a:xfrm>
            <a:off x="1769786" y="0"/>
            <a:ext cx="7789850" cy="6638956"/>
          </a:xfrm>
          <a:prstGeom prst="rect">
            <a:avLst/>
          </a:prstGeom>
        </p:spPr>
      </p:pic>
    </p:spTree>
    <p:extLst>
      <p:ext uri="{BB962C8B-B14F-4D97-AF65-F5344CB8AC3E}">
        <p14:creationId xmlns:p14="http://schemas.microsoft.com/office/powerpoint/2010/main" val="12490491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ko-KR" altLang="en-US" b="1" dirty="0"/>
              <a:t>모음 </a:t>
            </a:r>
            <a:r>
              <a:rPr lang="en-US" b="1" dirty="0" err="1"/>
              <a:t>Unli</a:t>
            </a:r>
            <a:r>
              <a:rPr lang="en-US" b="1" dirty="0"/>
              <a:t> </a:t>
            </a:r>
            <a:r>
              <a:rPr lang="ru-RU" b="1" dirty="0"/>
              <a:t>+ </a:t>
            </a:r>
            <a:r>
              <a:rPr lang="ko-KR" altLang="en-US" b="1" dirty="0"/>
              <a:t>자음 </a:t>
            </a:r>
            <a:r>
              <a:rPr lang="en-US" altLang="ko-KR" b="1" dirty="0" err="1"/>
              <a:t>Undosh</a:t>
            </a:r>
            <a:endParaRPr lang="ru-RU" b="1" dirty="0"/>
          </a:p>
        </p:txBody>
      </p:sp>
      <p:pic>
        <p:nvPicPr>
          <p:cNvPr id="3" name="Рисунок 2"/>
          <p:cNvPicPr>
            <a:picLocks noChangeAspect="1"/>
          </p:cNvPicPr>
          <p:nvPr/>
        </p:nvPicPr>
        <p:blipFill>
          <a:blip r:embed="rId2"/>
          <a:stretch>
            <a:fillRect/>
          </a:stretch>
        </p:blipFill>
        <p:spPr>
          <a:xfrm>
            <a:off x="1215591" y="2340696"/>
            <a:ext cx="9315521" cy="2748540"/>
          </a:xfrm>
          <a:prstGeom prst="rect">
            <a:avLst/>
          </a:prstGeom>
        </p:spPr>
      </p:pic>
    </p:spTree>
    <p:extLst>
      <p:ext uri="{BB962C8B-B14F-4D97-AF65-F5344CB8AC3E}">
        <p14:creationId xmlns:p14="http://schemas.microsoft.com/office/powerpoint/2010/main" val="14182149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910070"/>
            <a:ext cx="10515600" cy="1325563"/>
          </a:xfrm>
        </p:spPr>
        <p:txBody>
          <a:bodyPr/>
          <a:lstStyle/>
          <a:p>
            <a:pPr algn="ctr"/>
            <a:r>
              <a:rPr lang="ko-KR" altLang="en-US" dirty="0"/>
              <a:t> </a:t>
            </a:r>
            <a:r>
              <a:rPr lang="ko-KR" altLang="en-US" b="1" dirty="0"/>
              <a:t>자음 </a:t>
            </a:r>
            <a:r>
              <a:rPr lang="en-US" b="1" dirty="0" err="1"/>
              <a:t>Undosh</a:t>
            </a:r>
            <a:r>
              <a:rPr lang="ru-RU" b="1" dirty="0"/>
              <a:t> + </a:t>
            </a:r>
            <a:r>
              <a:rPr lang="ko-KR" altLang="en-US" b="1" dirty="0"/>
              <a:t>종모음 </a:t>
            </a:r>
            <a:r>
              <a:rPr lang="en-US" b="1" dirty="0" err="1"/>
              <a:t>vertikal</a:t>
            </a:r>
            <a:r>
              <a:rPr lang="en-US" b="1" dirty="0"/>
              <a:t> </a:t>
            </a:r>
            <a:r>
              <a:rPr lang="en-US" b="1" dirty="0" err="1"/>
              <a:t>undosh</a:t>
            </a:r>
            <a:r>
              <a:rPr lang="ru-RU" b="1" dirty="0"/>
              <a:t> + </a:t>
            </a:r>
            <a:r>
              <a:rPr lang="ko-KR" altLang="en-US" b="1" dirty="0"/>
              <a:t>자음 </a:t>
            </a:r>
            <a:r>
              <a:rPr lang="en-US" altLang="ko-KR" b="1" dirty="0" err="1"/>
              <a:t>undosh</a:t>
            </a:r>
            <a:endParaRPr lang="ru-RU" b="1" dirty="0"/>
          </a:p>
        </p:txBody>
      </p:sp>
      <p:pic>
        <p:nvPicPr>
          <p:cNvPr id="3" name="Рисунок 2"/>
          <p:cNvPicPr>
            <a:picLocks noChangeAspect="1"/>
          </p:cNvPicPr>
          <p:nvPr/>
        </p:nvPicPr>
        <p:blipFill>
          <a:blip r:embed="rId2"/>
          <a:stretch>
            <a:fillRect/>
          </a:stretch>
        </p:blipFill>
        <p:spPr>
          <a:xfrm>
            <a:off x="649844" y="2734251"/>
            <a:ext cx="10892312" cy="2946111"/>
          </a:xfrm>
          <a:prstGeom prst="rect">
            <a:avLst/>
          </a:prstGeom>
        </p:spPr>
      </p:pic>
    </p:spTree>
    <p:extLst>
      <p:ext uri="{BB962C8B-B14F-4D97-AF65-F5344CB8AC3E}">
        <p14:creationId xmlns:p14="http://schemas.microsoft.com/office/powerpoint/2010/main" val="7095262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ko-KR" altLang="en-US" b="1" dirty="0"/>
              <a:t>자음 </a:t>
            </a:r>
            <a:r>
              <a:rPr lang="en-US" b="1" dirty="0" err="1"/>
              <a:t>Undosh</a:t>
            </a:r>
            <a:r>
              <a:rPr lang="ru-RU" b="1" dirty="0"/>
              <a:t> + </a:t>
            </a:r>
            <a:r>
              <a:rPr lang="ko-KR" altLang="en-US" b="1" dirty="0"/>
              <a:t>횡모음 </a:t>
            </a:r>
            <a:r>
              <a:rPr lang="en-US" b="1" dirty="0" err="1"/>
              <a:t>gorizontal</a:t>
            </a:r>
            <a:r>
              <a:rPr lang="en-US" b="1" dirty="0"/>
              <a:t> </a:t>
            </a:r>
            <a:r>
              <a:rPr lang="en-US" b="1" dirty="0" err="1"/>
              <a:t>unli</a:t>
            </a:r>
            <a:r>
              <a:rPr lang="ru-RU" b="1" dirty="0"/>
              <a:t> + </a:t>
            </a:r>
            <a:r>
              <a:rPr lang="ko-KR" altLang="en-US" b="1" dirty="0"/>
              <a:t>자음 </a:t>
            </a:r>
            <a:r>
              <a:rPr lang="en-US" b="1" dirty="0" err="1"/>
              <a:t>undosh</a:t>
            </a:r>
            <a:endParaRPr lang="ru-RU" b="1" dirty="0"/>
          </a:p>
        </p:txBody>
      </p:sp>
      <p:pic>
        <p:nvPicPr>
          <p:cNvPr id="3" name="Рисунок 2"/>
          <p:cNvPicPr>
            <a:picLocks noChangeAspect="1"/>
          </p:cNvPicPr>
          <p:nvPr/>
        </p:nvPicPr>
        <p:blipFill>
          <a:blip r:embed="rId2"/>
          <a:stretch>
            <a:fillRect/>
          </a:stretch>
        </p:blipFill>
        <p:spPr>
          <a:xfrm>
            <a:off x="1196974" y="2472315"/>
            <a:ext cx="9128965" cy="2561503"/>
          </a:xfrm>
          <a:prstGeom prst="rect">
            <a:avLst/>
          </a:prstGeom>
        </p:spPr>
      </p:pic>
    </p:spTree>
    <p:extLst>
      <p:ext uri="{BB962C8B-B14F-4D97-AF65-F5344CB8AC3E}">
        <p14:creationId xmlns:p14="http://schemas.microsoft.com/office/powerpoint/2010/main" val="3607791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p:cNvPicPr>
            <a:picLocks noChangeAspect="1"/>
          </p:cNvPicPr>
          <p:nvPr/>
        </p:nvPicPr>
        <p:blipFill>
          <a:blip r:embed="rId2"/>
          <a:stretch>
            <a:fillRect/>
          </a:stretch>
        </p:blipFill>
        <p:spPr>
          <a:xfrm>
            <a:off x="1267258" y="1"/>
            <a:ext cx="9419215" cy="6904818"/>
          </a:xfrm>
          <a:prstGeom prst="rect">
            <a:avLst/>
          </a:prstGeom>
        </p:spPr>
      </p:pic>
    </p:spTree>
    <p:extLst>
      <p:ext uri="{BB962C8B-B14F-4D97-AF65-F5344CB8AC3E}">
        <p14:creationId xmlns:p14="http://schemas.microsoft.com/office/powerpoint/2010/main" val="6991319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2497389"/>
            <a:ext cx="10515600" cy="2852737"/>
          </a:xfrm>
        </p:spPr>
        <p:txBody>
          <a:bodyPr>
            <a:normAutofit fontScale="90000"/>
          </a:bodyPr>
          <a:lstStyle/>
          <a:p>
            <a:pPr>
              <a:lnSpc>
                <a:spcPct val="100000"/>
              </a:lnSpc>
            </a:pPr>
            <a:r>
              <a:rPr lang="ko-KR" altLang="en-US" sz="8000" dirty="0"/>
              <a:t>안녕히가세요</a:t>
            </a:r>
            <a:r>
              <a:rPr lang="en-US" altLang="ko-KR" sz="8000" dirty="0" err="1"/>
              <a:t>Yahshi</a:t>
            </a:r>
            <a:r>
              <a:rPr lang="en-US" altLang="ko-KR" sz="8000" dirty="0"/>
              <a:t> boring</a:t>
            </a:r>
            <a:br>
              <a:rPr lang="en-US" altLang="ko-KR" sz="8000" dirty="0"/>
            </a:br>
            <a:br>
              <a:rPr lang="en-US" altLang="ko-KR" sz="8000" dirty="0"/>
            </a:br>
            <a:r>
              <a:rPr lang="ko-KR" altLang="en-US" sz="8000" dirty="0"/>
              <a:t>안녕히계세요</a:t>
            </a:r>
            <a:r>
              <a:rPr lang="en-US" altLang="ko-KR" sz="8000" dirty="0" err="1"/>
              <a:t>yahshi</a:t>
            </a:r>
            <a:r>
              <a:rPr lang="en-US" altLang="ko-KR" sz="8000" dirty="0"/>
              <a:t> </a:t>
            </a:r>
            <a:r>
              <a:rPr lang="en-US" altLang="ko-KR" sz="8000" dirty="0" err="1"/>
              <a:t>qoling</a:t>
            </a:r>
            <a:endParaRPr lang="en-US" dirty="0"/>
          </a:p>
        </p:txBody>
      </p:sp>
    </p:spTree>
    <p:extLst>
      <p:ext uri="{BB962C8B-B14F-4D97-AF65-F5344CB8AC3E}">
        <p14:creationId xmlns:p14="http://schemas.microsoft.com/office/powerpoint/2010/main" val="13925314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4739" y="185615"/>
            <a:ext cx="9762392" cy="6508261"/>
          </a:xfrm>
          <a:prstGeom prst="rect">
            <a:avLst/>
          </a:prstGeom>
        </p:spPr>
      </p:pic>
    </p:spTree>
    <p:extLst>
      <p:ext uri="{BB962C8B-B14F-4D97-AF65-F5344CB8AC3E}">
        <p14:creationId xmlns:p14="http://schemas.microsoft.com/office/powerpoint/2010/main" val="972286173"/>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251</TotalTime>
  <Words>116</Words>
  <Application>Microsoft Office PowerPoint</Application>
  <PresentationFormat>Widescreen</PresentationFormat>
  <Paragraphs>25</Paragraphs>
  <Slides>27</Slides>
  <Notes>0</Notes>
  <HiddenSlides>0</HiddenSlides>
  <MMClips>2</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Arial</vt:lpstr>
      <vt:lpstr>Calibri</vt:lpstr>
      <vt:lpstr>Calibri Light</vt:lpstr>
      <vt:lpstr>Тема Office</vt:lpstr>
      <vt:lpstr>PowerPoint Presentation</vt:lpstr>
      <vt:lpstr>PowerPoint Presentation</vt:lpstr>
      <vt:lpstr>PowerPoint Presentation</vt:lpstr>
      <vt:lpstr>PowerPoint Presentation</vt:lpstr>
      <vt:lpstr>PowerPoint Presentation</vt:lpstr>
      <vt:lpstr>PowerPoint Presentation</vt:lpstr>
      <vt:lpstr>Diftonglar </vt:lpstr>
      <vt:lpstr>PowerPoint Presentation</vt:lpstr>
      <vt:lpstr>PowerPoint Presentation</vt:lpstr>
      <vt:lpstr>PowerPoint Presentation</vt:lpstr>
      <vt:lpstr>PowerPoint Presentation</vt:lpstr>
      <vt:lpstr>Juft undoshlar</vt:lpstr>
      <vt:lpstr>PowerPoint Presentation</vt:lpstr>
      <vt:lpstr>PowerPoint Presentation</vt:lpstr>
      <vt:lpstr>Bo’g’in yasalishi Koreys tilida bo’g’inlar undosh va unli birikmasidan iborat. Tik unlilar undosh harfning o’ng tomonidan, yotiq unlilar undosh harfning pasidan yoziladi. Agar undosh harf bo’lmasa, so’z unli harfdan boshlanadigan bo’lsa “o” harfi bilan boshlash shart.                                                 Unli harfdan boshlanadigan bo’g’inlar</vt:lpstr>
      <vt:lpstr>PowerPoint Presentation</vt:lpstr>
      <vt:lpstr>자음Undosh + 모음 vertikal unli</vt:lpstr>
      <vt:lpstr>자음Undosh + 모음 gorizontal unli</vt:lpstr>
      <vt:lpstr>PowerPoint Presentation</vt:lpstr>
      <vt:lpstr>PowerPoint Presentation</vt:lpstr>
      <vt:lpstr>PowerPoint Presentation</vt:lpstr>
      <vt:lpstr>모음 Unli + 자음 Undosh</vt:lpstr>
      <vt:lpstr> 자음 Undosh + 종모음 vertikal undosh + 자음 undosh</vt:lpstr>
      <vt:lpstr>자음 Undosh + 횡모음 gorizontal unli + 자음 undosh</vt:lpstr>
      <vt:lpstr>PowerPoint Presentation</vt:lpstr>
      <vt:lpstr>안녕히가세요Yahshi boring  안녕히계세요yahshi qoling</vt:lpstr>
      <vt:lpstr>PowerPoint Presentation</vt:lpstr>
    </vt:vector>
  </TitlesOfParts>
  <Company>SPecialiST RePack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Дифтонги </dc:title>
  <dc:creator>Hewlett Packard</dc:creator>
  <cp:lastModifiedBy>Shirin Makhamedova</cp:lastModifiedBy>
  <cp:revision>22</cp:revision>
  <dcterms:created xsi:type="dcterms:W3CDTF">2024-09-18T13:45:17Z</dcterms:created>
  <dcterms:modified xsi:type="dcterms:W3CDTF">2026-09-17T09:34:36Z</dcterms:modified>
</cp:coreProperties>
</file>