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12" r:id="rId3"/>
    <p:sldId id="313" r:id="rId4"/>
    <p:sldId id="314" r:id="rId5"/>
    <p:sldId id="315" r:id="rId6"/>
    <p:sldId id="293" r:id="rId7"/>
    <p:sldId id="256" r:id="rId8"/>
    <p:sldId id="257" r:id="rId9"/>
    <p:sldId id="294" r:id="rId10"/>
    <p:sldId id="302" r:id="rId11"/>
    <p:sldId id="303" r:id="rId12"/>
    <p:sldId id="259" r:id="rId13"/>
    <p:sldId id="273" r:id="rId14"/>
    <p:sldId id="274" r:id="rId15"/>
    <p:sldId id="304" r:id="rId16"/>
    <p:sldId id="305" r:id="rId17"/>
    <p:sldId id="260" r:id="rId18"/>
    <p:sldId id="277" r:id="rId19"/>
    <p:sldId id="278" r:id="rId20"/>
    <p:sldId id="307" r:id="rId21"/>
    <p:sldId id="308" r:id="rId22"/>
    <p:sldId id="31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D76E"/>
    <a:srgbClr val="FB3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18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62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82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6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591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74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36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69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055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072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96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1D34-5CBF-4D2C-987A-B3912FBFE2C0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CBBAD-5966-43DE-8C32-024C787F2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357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431" y="2634001"/>
            <a:ext cx="5248322" cy="331394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2319686" y="144972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mtClean="0"/>
              <a:t>안녕하세요 </a:t>
            </a:r>
            <a:r>
              <a:rPr lang="en-US" altLang="ko-KR" smtClean="0"/>
              <a:t>[annyonghaseo]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283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6A25-1A5F-398A-F5DF-D506C8A7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9BE6C-CEAB-7A6F-79FA-57FD5D90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28" y="58782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Korean 1</a:t>
            </a:r>
            <a:endParaRPr lang="ru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604246-A54E-C83F-09CB-3B1D3F01C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84" y="1999796"/>
            <a:ext cx="11293929" cy="4270375"/>
          </a:xfrm>
        </p:spPr>
        <p:txBody>
          <a:bodyPr>
            <a:normAutofit/>
          </a:bodyPr>
          <a:lstStyle/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err="1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Ma</a:t>
            </a:r>
            <a:r>
              <a:rPr lang="en-US" dirty="0" err="1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k</a:t>
            </a:r>
            <a:r>
              <a:rPr lang="en-US" dirty="0" err="1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hamedova</a:t>
            </a: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Shirin</a:t>
            </a:r>
            <a:endParaRPr lang="en-US" dirty="0"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ko-KR" dirty="0" err="1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Shirin</a:t>
            </a:r>
            <a:r>
              <a:rPr lang="en-US" altLang="ko-KR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 err="1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sonsengnim</a:t>
            </a:r>
            <a:endParaRPr lang="en-US" altLang="ko-KR" dirty="0" smtClean="0"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Office – 206B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154" y="423706"/>
            <a:ext cx="6087294" cy="608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1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905AF-A6F9-C01F-AC13-C1AAEFBB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AA12D-BFCA-B4E6-D016-603E9E10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28" y="587829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Korean 1</a:t>
            </a:r>
            <a:endParaRPr lang="ru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8913FB-A54C-4E3A-CD07-D3AE74D0A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984" y="1999796"/>
            <a:ext cx="11293929" cy="4270375"/>
          </a:xfrm>
        </p:spPr>
        <p:txBody>
          <a:bodyPr>
            <a:normAutofit fontScale="92500" lnSpcReduction="10000"/>
          </a:bodyPr>
          <a:lstStyle/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Midterm exam - 30% </a:t>
            </a:r>
            <a:r>
              <a:rPr lang="en-US" altLang="ko-KR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다시 보기 </a:t>
            </a:r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)</a:t>
            </a:r>
            <a:r>
              <a:rPr lang="ru-RU" altLang="ko-KR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/ week-7</a:t>
            </a:r>
            <a:endParaRPr lang="en-US" dirty="0"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Final exam  - 30% </a:t>
            </a:r>
            <a:r>
              <a:rPr lang="en-US" altLang="ko-KR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다시 보기 </a:t>
            </a:r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) / week-15</a:t>
            </a:r>
            <a:endParaRPr lang="en-US" dirty="0"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Attendance  </a:t>
            </a: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- </a:t>
            </a: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10 % </a:t>
            </a: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(4 absence =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F</a:t>
            </a: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) </a:t>
            </a:r>
          </a:p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Assignment </a:t>
            </a: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– 10% </a:t>
            </a: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(</a:t>
            </a:r>
            <a:r>
              <a:rPr lang="en-US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speaking homework)</a:t>
            </a:r>
            <a:endParaRPr lang="en-US" dirty="0"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Quiz </a:t>
            </a: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– 10%</a:t>
            </a:r>
            <a:r>
              <a:rPr lang="ru-RU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 / week - 9</a:t>
            </a:r>
          </a:p>
          <a:p>
            <a:pPr marL="403225" indent="-403225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Others – 10</a:t>
            </a:r>
            <a:r>
              <a:rPr lang="en-US" dirty="0" smtClean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% </a:t>
            </a:r>
            <a:endParaRPr lang="en-US" dirty="0"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51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15108" y="148555"/>
            <a:ext cx="10105293" cy="6417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10%</a:t>
            </a:r>
            <a:endParaRPr kumimoji="0" lang="ru-RU" altLang="ru-RU" sz="8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Notebook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Notes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5%</a:t>
            </a:r>
            <a:endParaRPr kumimoji="0" lang="ru-RU" altLang="ru-RU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well-organized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notebook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notebook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Participation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5%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−2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violation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Leaving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classroom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permission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phone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unnecessary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conversations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29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C2C03-6382-C716-7E0C-C1A770851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34C10-8F0F-04D8-308F-1A7BB632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28" y="587829"/>
            <a:ext cx="10515600" cy="1325563"/>
          </a:xfrm>
        </p:spPr>
        <p:txBody>
          <a:bodyPr/>
          <a:lstStyle/>
          <a:p>
            <a:r>
              <a:rPr lang="en-US" b="1" dirty="0"/>
              <a:t>Grading System (Relative Grading)</a:t>
            </a:r>
            <a:endParaRPr lang="ru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2ECCFDAE-F48E-4430-37C1-78281E404C8A}"/>
              </a:ext>
            </a:extLst>
          </p:cNvPr>
          <p:cNvCxnSpPr/>
          <p:nvPr/>
        </p:nvCxnSpPr>
        <p:spPr>
          <a:xfrm>
            <a:off x="2095500" y="5219700"/>
            <a:ext cx="0" cy="4191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/>
          </p:nvPr>
        </p:nvGraphicFramePr>
        <p:xfrm>
          <a:off x="568569" y="2164080"/>
          <a:ext cx="10515600" cy="34747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049352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81820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/>
                        <a:t>Grade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Score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792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A+ / </a:t>
                      </a:r>
                      <a:r>
                        <a:rPr lang="en-US" sz="3200" b="1" dirty="0" smtClean="0"/>
                        <a:t>A 20%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85–100</a:t>
                      </a:r>
                      <a:r>
                        <a:rPr lang="ru-RU" sz="3200" dirty="0" smtClean="0"/>
                        <a:t>%</a:t>
                      </a:r>
                      <a:r>
                        <a:rPr lang="en-US" sz="3200" dirty="0" smtClean="0"/>
                        <a:t> </a:t>
                      </a:r>
                      <a:endParaRPr lang="ru-RU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309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B+ / </a:t>
                      </a:r>
                      <a:r>
                        <a:rPr lang="en-US" sz="3200" b="1" dirty="0" smtClean="0"/>
                        <a:t>B 30%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3200"/>
                        <a:t>70–84%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518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C+ / </a:t>
                      </a:r>
                      <a:r>
                        <a:rPr lang="en-US" sz="3200" b="1" dirty="0" smtClean="0"/>
                        <a:t>C 30%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3200"/>
                        <a:t>50–69%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82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D+ </a:t>
                      </a:r>
                      <a:r>
                        <a:rPr lang="en-US" sz="3200" b="1" dirty="0" smtClean="0"/>
                        <a:t>/D 20%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3200"/>
                        <a:t>30–49%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465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200" b="1"/>
                        <a:t>F</a:t>
                      </a:r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0–29%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47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78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 descr="thumb_d_F8D81105E76EA7A44E1982B9C342B47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38" y="1354138"/>
            <a:ext cx="8229600" cy="550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Заголовок 1"/>
          <p:cNvSpPr>
            <a:spLocks noGrp="1"/>
          </p:cNvSpPr>
          <p:nvPr>
            <p:ph type="title"/>
          </p:nvPr>
        </p:nvSpPr>
        <p:spPr>
          <a:xfrm>
            <a:off x="1828800" y="-1066800"/>
            <a:ext cx="8205788" cy="2286000"/>
          </a:xfrm>
        </p:spPr>
        <p:txBody>
          <a:bodyPr/>
          <a:lstStyle/>
          <a:p>
            <a:r>
              <a:rPr lang="ko-KR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Times New Roman" panose="02020603050405020304" pitchFamily="18" charset="0"/>
              </a:rPr>
              <a:t>훈민전음</a:t>
            </a:r>
            <a:r>
              <a:rPr lang="ko-KR" altLang="en-US" sz="3600" b="1" dirty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3600" b="1" dirty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[</a:t>
            </a:r>
            <a:r>
              <a:rPr lang="en-US" altLang="ko-KR" sz="3600" b="1" dirty="0" err="1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Hunminjonim</a:t>
            </a:r>
            <a:r>
              <a:rPr lang="en-US" altLang="ko-KR" sz="3600" b="1" dirty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] </a:t>
            </a:r>
            <a:r>
              <a:rPr lang="ru-RU" altLang="ko-KR" sz="3600" b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/>
            </a:r>
            <a:br>
              <a:rPr lang="ru-RU" altLang="ko-KR" sz="3600" b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</a:br>
            <a:r>
              <a:rPr lang="en-US" altLang="ko-KR" sz="2800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“</a:t>
            </a:r>
            <a:r>
              <a:rPr lang="en-US" altLang="ko-KR" sz="2400" i="1" dirty="0" err="1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Odamlarga</a:t>
            </a:r>
            <a:r>
              <a:rPr lang="en-US" altLang="ko-KR" sz="2400" i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2400" i="1" dirty="0" err="1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to’g’ri</a:t>
            </a:r>
            <a:r>
              <a:rPr lang="en-US" altLang="ko-KR" sz="2400" i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2400" i="1" dirty="0" err="1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talaffuz</a:t>
            </a:r>
            <a:r>
              <a:rPr lang="en-US" altLang="ko-KR" sz="2400" i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2400" i="1" dirty="0" err="1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qilish</a:t>
            </a:r>
            <a:r>
              <a:rPr lang="en-US" altLang="ko-KR" sz="2400" i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2400" i="1" dirty="0" err="1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uchun</a:t>
            </a:r>
            <a:r>
              <a:rPr lang="en-US" altLang="ko-KR" sz="2400" i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2400" i="1" dirty="0" err="1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ko’rsatma</a:t>
            </a:r>
            <a:r>
              <a:rPr lang="en-US" altLang="ko-KR" sz="2400" i="1" dirty="0" smtClean="0">
                <a:solidFill>
                  <a:srgbClr val="0070C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”</a:t>
            </a:r>
            <a:endParaRPr lang="ru-RU" altLang="ru-RU" sz="2400" i="1" dirty="0">
              <a:solidFill>
                <a:srgbClr val="0070C0"/>
              </a:solidFill>
              <a:ea typeface="굴림" panose="020B0600000101010101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81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13164" y="73889"/>
            <a:ext cx="9144000" cy="1468727"/>
          </a:xfrm>
        </p:spPr>
        <p:txBody>
          <a:bodyPr>
            <a:normAutofit/>
          </a:bodyPr>
          <a:lstStyle/>
          <a:p>
            <a:r>
              <a:rPr lang="en-US" sz="7200" dirty="0" err="1" smtClean="0">
                <a:latin typeface="+mn-lt"/>
                <a:ea typeface="+mn-ea"/>
                <a:cs typeface="+mn-cs"/>
              </a:rPr>
              <a:t>Koreys</a:t>
            </a:r>
            <a:r>
              <a:rPr lang="en-US" sz="7200" dirty="0" smtClean="0">
                <a:latin typeface="+mn-lt"/>
                <a:ea typeface="+mn-ea"/>
                <a:cs typeface="+mn-cs"/>
              </a:rPr>
              <a:t> </a:t>
            </a:r>
            <a:r>
              <a:rPr lang="en-US" sz="7200" dirty="0" err="1" smtClean="0">
                <a:latin typeface="+mn-lt"/>
                <a:ea typeface="+mn-ea"/>
                <a:cs typeface="+mn-cs"/>
              </a:rPr>
              <a:t>alfaviti</a:t>
            </a:r>
            <a:endParaRPr lang="ru-RU" sz="72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13164" y="2133456"/>
            <a:ext cx="9144000" cy="2272289"/>
          </a:xfrm>
        </p:spPr>
        <p:txBody>
          <a:bodyPr>
            <a:noAutofit/>
          </a:bodyPr>
          <a:lstStyle/>
          <a:p>
            <a:r>
              <a:rPr lang="ru-RU" sz="19900" dirty="0" smtClean="0">
                <a:solidFill>
                  <a:schemeClr val="accent5">
                    <a:lumMod val="75000"/>
                  </a:schemeClr>
                </a:solidFill>
              </a:rPr>
              <a:t>24</a:t>
            </a:r>
          </a:p>
          <a:p>
            <a:r>
              <a:rPr lang="en-US" sz="7200" dirty="0" err="1" smtClean="0"/>
              <a:t>Harf</a:t>
            </a:r>
            <a:endParaRPr lang="ru-RU" sz="7200" dirty="0"/>
          </a:p>
        </p:txBody>
      </p:sp>
    </p:spTree>
    <p:extLst>
      <p:ext uri="{BB962C8B-B14F-4D97-AF65-F5344CB8AC3E}">
        <p14:creationId xmlns:p14="http://schemas.microsoft.com/office/powerpoint/2010/main" val="110338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 smtClean="0"/>
              <a:t>Koreys</a:t>
            </a:r>
            <a:r>
              <a:rPr lang="en-US" b="1" dirty="0" smtClean="0"/>
              <a:t> </a:t>
            </a:r>
            <a:r>
              <a:rPr lang="en-US" b="1" dirty="0" err="1" smtClean="0"/>
              <a:t>tili</a:t>
            </a:r>
            <a:endParaRPr lang="ru-RU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2115127"/>
            <a:ext cx="3537527" cy="1034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+mj-lt"/>
              </a:rPr>
              <a:t>10</a:t>
            </a:r>
            <a:r>
              <a:rPr lang="ru-RU" sz="3600" b="1" dirty="0" smtClean="0"/>
              <a:t> </a:t>
            </a:r>
            <a:r>
              <a:rPr lang="en-US" sz="3600" b="1" dirty="0" err="1" smtClean="0"/>
              <a:t>unli</a:t>
            </a:r>
            <a:endParaRPr lang="ru-RU" sz="3600" b="1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38200" y="3850697"/>
            <a:ext cx="3537527" cy="1034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/>
              <a:t>11 </a:t>
            </a:r>
            <a:r>
              <a:rPr lang="en-US" sz="3600" dirty="0" err="1" smtClean="0"/>
              <a:t>diftonglar</a:t>
            </a:r>
            <a:endParaRPr lang="ru-RU" sz="36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936509" y="2087418"/>
            <a:ext cx="3537527" cy="1025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/>
              <a:t>14 </a:t>
            </a:r>
            <a:r>
              <a:rPr lang="en-US" sz="3600" dirty="0" err="1" smtClean="0"/>
              <a:t>undosh</a:t>
            </a:r>
            <a:endParaRPr lang="ru-RU" sz="3600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936509" y="3943494"/>
            <a:ext cx="3537527" cy="10252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/>
              <a:t>5 </a:t>
            </a:r>
            <a:r>
              <a:rPr lang="en-US" sz="3600" dirty="0" err="1" smtClean="0"/>
              <a:t>juft</a:t>
            </a:r>
            <a:r>
              <a:rPr lang="en-US" sz="3600" dirty="0" smtClean="0"/>
              <a:t> </a:t>
            </a:r>
            <a:r>
              <a:rPr lang="en-US" sz="3600" dirty="0" err="1" smtClean="0"/>
              <a:t>undoshlar</a:t>
            </a:r>
            <a:endParaRPr lang="ru-RU" sz="3600" dirty="0"/>
          </a:p>
        </p:txBody>
      </p:sp>
      <p:sp>
        <p:nvSpPr>
          <p:cNvPr id="10" name="Стрелка вниз 9"/>
          <p:cNvSpPr/>
          <p:nvPr/>
        </p:nvSpPr>
        <p:spPr>
          <a:xfrm>
            <a:off x="2272145" y="3241964"/>
            <a:ext cx="277091" cy="5172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низ 10"/>
          <p:cNvSpPr/>
          <p:nvPr/>
        </p:nvSpPr>
        <p:spPr>
          <a:xfrm>
            <a:off x="8663709" y="3241964"/>
            <a:ext cx="286327" cy="5172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14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885" y="85724"/>
            <a:ext cx="7245510" cy="2167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BA88C-D4CD-AECE-2EC0-12DEE422C21F}"/>
              </a:ext>
            </a:extLst>
          </p:cNvPr>
          <p:cNvSpPr txBox="1"/>
          <p:nvPr/>
        </p:nvSpPr>
        <p:spPr>
          <a:xfrm>
            <a:off x="847107" y="3618716"/>
            <a:ext cx="3558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/>
              <a:t>하늘 </a:t>
            </a:r>
            <a:r>
              <a:rPr lang="en-US" altLang="ko-KR" sz="2800" dirty="0"/>
              <a:t>– </a:t>
            </a:r>
            <a:r>
              <a:rPr lang="en-US" altLang="ko-KR" sz="2800" dirty="0" err="1"/>
              <a:t>xanil</a:t>
            </a:r>
            <a:r>
              <a:rPr lang="en-US" altLang="ko-KR" sz="2800" dirty="0"/>
              <a:t>(</a:t>
            </a:r>
            <a:r>
              <a:rPr lang="en-US" altLang="ko-KR" sz="2800" dirty="0" err="1"/>
              <a:t>osmon</a:t>
            </a:r>
            <a:r>
              <a:rPr lang="en-US" altLang="ko-KR" sz="2800" dirty="0"/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2800" dirty="0"/>
              <a:t>땅</a:t>
            </a:r>
            <a:r>
              <a:rPr lang="en-US" altLang="ko-KR" sz="2800" dirty="0"/>
              <a:t> – </a:t>
            </a:r>
            <a:r>
              <a:rPr lang="en-US" altLang="ko-KR" sz="2800" dirty="0" err="1"/>
              <a:t>ttang</a:t>
            </a:r>
            <a:r>
              <a:rPr lang="en-US" altLang="ko-KR" sz="2800" dirty="0"/>
              <a:t>(</a:t>
            </a:r>
            <a:r>
              <a:rPr lang="en-US" altLang="ko-KR" sz="2800" dirty="0" err="1"/>
              <a:t>yer</a:t>
            </a:r>
            <a:r>
              <a:rPr lang="en-US" altLang="ko-KR" sz="2800" dirty="0"/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2800" dirty="0"/>
              <a:t>사람</a:t>
            </a:r>
            <a:r>
              <a:rPr lang="en-US" altLang="ko-KR" sz="2800" dirty="0"/>
              <a:t> – </a:t>
            </a:r>
            <a:r>
              <a:rPr lang="en-US" altLang="ko-KR" sz="2800" dirty="0" err="1"/>
              <a:t>saram</a:t>
            </a:r>
            <a:r>
              <a:rPr lang="en-US" altLang="ko-KR" sz="2800" dirty="0"/>
              <a:t>(</a:t>
            </a:r>
            <a:r>
              <a:rPr lang="en-US" altLang="ko-KR" sz="2800" dirty="0" err="1"/>
              <a:t>odam</a:t>
            </a:r>
            <a:r>
              <a:rPr lang="en-US" altLang="ko-KR" sz="2800" dirty="0"/>
              <a:t>)</a:t>
            </a:r>
            <a:endParaRPr lang="ru-KR" sz="2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085" y="2664759"/>
            <a:ext cx="5853043" cy="393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0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49" y="415637"/>
            <a:ext cx="8700803" cy="58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67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20" y="485919"/>
            <a:ext cx="9994851" cy="597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7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0146" y="471724"/>
            <a:ext cx="9478818" cy="933904"/>
          </a:xfrm>
        </p:spPr>
        <p:txBody>
          <a:bodyPr>
            <a:normAutofit fontScale="90000"/>
          </a:bodyPr>
          <a:lstStyle/>
          <a:p>
            <a:r>
              <a:rPr lang="en-US" sz="5400" b="1" dirty="0" err="1" smtClean="0"/>
              <a:t>Oddiy</a:t>
            </a:r>
            <a:r>
              <a:rPr lang="en-US" sz="5400" b="1" dirty="0" smtClean="0"/>
              <a:t> </a:t>
            </a:r>
            <a:r>
              <a:rPr lang="en-US" sz="5400" b="1" dirty="0" err="1" smtClean="0"/>
              <a:t>unlilar</a:t>
            </a: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ko-KR" altLang="en-US" sz="4000" dirty="0" smtClean="0"/>
              <a:t>모음 </a:t>
            </a:r>
            <a:r>
              <a:rPr lang="en-US" altLang="ko-KR" sz="4000" dirty="0" smtClean="0"/>
              <a:t>[</a:t>
            </a:r>
            <a:r>
              <a:rPr lang="ru-RU" altLang="ko-KR" sz="4000" dirty="0" err="1" smtClean="0"/>
              <a:t>моым</a:t>
            </a:r>
            <a:r>
              <a:rPr lang="en-US" altLang="ko-KR" sz="4000" dirty="0" smtClean="0"/>
              <a:t>]</a:t>
            </a:r>
            <a:endParaRPr lang="ru-RU" sz="40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373090" y="542523"/>
            <a:ext cx="983672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ㅏ</a:t>
            </a:r>
            <a:endParaRPr lang="ru-RU" sz="4800" b="1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915397" y="535177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ㅑ</a:t>
            </a:r>
            <a:endParaRPr lang="ru-RU" sz="4800" b="1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73088" y="1643339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ㅓ</a:t>
            </a:r>
            <a:endParaRPr lang="ru-RU" sz="4800" b="1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373089" y="5103191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ㅡ</a:t>
            </a:r>
            <a:endParaRPr lang="ru-RU" sz="4800" b="1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386946" y="2788502"/>
            <a:ext cx="969816" cy="885900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ㅗ</a:t>
            </a:r>
            <a:endParaRPr lang="ru-RU" sz="4800" b="1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6373088" y="3919020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ㅜ</a:t>
            </a:r>
            <a:endParaRPr lang="ru-RU" sz="4800" b="1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915397" y="3943069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ㅠ</a:t>
            </a:r>
            <a:endParaRPr lang="ru-RU" sz="4800" b="1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8915397" y="2793320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ㅛ</a:t>
            </a:r>
            <a:endParaRPr lang="ru-RU" sz="4800" b="1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8915397" y="1695299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ㅕ</a:t>
            </a:r>
            <a:endParaRPr lang="ru-RU" sz="4800" b="1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8915396" y="5103191"/>
            <a:ext cx="983673" cy="900545"/>
          </a:xfrm>
          <a:prstGeom prst="roundRect">
            <a:avLst/>
          </a:prstGeom>
          <a:solidFill>
            <a:srgbClr val="FB35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b="1" dirty="0" smtClean="0"/>
              <a:t>ㅣ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121089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64" y="208538"/>
            <a:ext cx="9276917" cy="637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79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28" y="445221"/>
            <a:ext cx="9108312" cy="203936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484582"/>
            <a:ext cx="9489209" cy="293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04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684" y="1542471"/>
            <a:ext cx="8262902" cy="4830619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38915" y="553206"/>
            <a:ext cx="8588254" cy="572321"/>
          </a:xfrm>
        </p:spPr>
        <p:txBody>
          <a:bodyPr/>
          <a:lstStyle/>
          <a:p>
            <a:r>
              <a:rPr lang="en-US" b="1" dirty="0" err="1" smtClean="0">
                <a:solidFill>
                  <a:srgbClr val="00B050"/>
                </a:solidFill>
              </a:rPr>
              <a:t>Undosh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harflarni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kelib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chiqishi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4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172" y="101601"/>
            <a:ext cx="7406571" cy="662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11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2055" y="-93046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b="1" dirty="0" err="1" smtClean="0"/>
              <a:t>Oddiy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undoshlar</a:t>
            </a:r>
            <a:r>
              <a:rPr lang="en-US" sz="4800" b="1" dirty="0" smtClean="0"/>
              <a:t> </a:t>
            </a:r>
            <a:r>
              <a:rPr lang="ko-KR" altLang="en-US" sz="4000" dirty="0" smtClean="0"/>
              <a:t>자음</a:t>
            </a:r>
            <a:r>
              <a:rPr lang="en-US" sz="4000" dirty="0" smtClean="0"/>
              <a:t>[</a:t>
            </a:r>
            <a:r>
              <a:rPr lang="ru-RU" sz="4000" dirty="0" err="1" smtClean="0"/>
              <a:t>чаым</a:t>
            </a:r>
            <a:r>
              <a:rPr lang="en-US" sz="4000" dirty="0" smtClean="0"/>
              <a:t>]</a:t>
            </a:r>
            <a:endParaRPr lang="ru-RU" sz="48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381124" y="1440868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ㄱ</a:t>
            </a:r>
            <a:endParaRPr lang="ru-RU" sz="4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381124" y="2750126"/>
            <a:ext cx="1080654" cy="87283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ㄴ</a:t>
            </a:r>
            <a:endParaRPr lang="ru-RU" sz="44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428504" y="4091919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ㅋ</a:t>
            </a:r>
            <a:endParaRPr lang="ru-RU" sz="44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428504" y="5342502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ㅌ</a:t>
            </a:r>
            <a:endParaRPr lang="ru-RU" sz="44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428504" y="2746955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ㅊ</a:t>
            </a:r>
            <a:endParaRPr lang="ru-RU" sz="4400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904814" y="1420958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ㅁ</a:t>
            </a:r>
            <a:endParaRPr lang="ru-RU" sz="440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428504" y="1435246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ㅈ</a:t>
            </a:r>
            <a:endParaRPr lang="ru-RU" sz="4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904814" y="4091919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ㅅ</a:t>
            </a:r>
            <a:endParaRPr lang="ru-RU" sz="4400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904814" y="5342502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ㅇ</a:t>
            </a:r>
            <a:endParaRPr lang="ru-RU" sz="4400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381124" y="5342503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ㄹ</a:t>
            </a:r>
            <a:endParaRPr lang="ru-RU" sz="4400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381124" y="4091919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ㄷ</a:t>
            </a:r>
            <a:endParaRPr lang="ru-RU" sz="4400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9019305" y="2746954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ㅎ</a:t>
            </a:r>
            <a:endParaRPr lang="ru-RU" sz="4400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9019305" y="1440868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/>
              <a:t>ㅍ</a:t>
            </a:r>
            <a:endParaRPr lang="ru-RU" sz="4400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3904814" y="2746521"/>
            <a:ext cx="1080654" cy="845127"/>
          </a:xfrm>
          <a:prstGeom prst="roundRect">
            <a:avLst/>
          </a:prstGeom>
          <a:solidFill>
            <a:srgbClr val="59D7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/>
              <a:t>ㅂ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32203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35" y="97271"/>
            <a:ext cx="8400474" cy="417741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707" y="4274681"/>
            <a:ext cx="8834584" cy="264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35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26" y="152977"/>
            <a:ext cx="8459210" cy="663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12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4" descr="Изображение выглядит как текст, снимок экрана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9642E0F7-96BE-FD9F-0FEF-31A386964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3000" y="52865"/>
            <a:ext cx="4861463" cy="6707205"/>
          </a:xfrm>
        </p:spPr>
      </p:pic>
    </p:spTree>
    <p:extLst>
      <p:ext uri="{BB962C8B-B14F-4D97-AF65-F5344CB8AC3E}">
        <p14:creationId xmlns:p14="http://schemas.microsoft.com/office/powerpoint/2010/main" val="3345258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число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9B4578D7-FC5E-505D-C1C2-DA87390BE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744" y="13302"/>
            <a:ext cx="6757643" cy="684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10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07" y="146537"/>
            <a:ext cx="9891346" cy="659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883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12561</TotalTime>
  <Words>267</Words>
  <Application>Microsoft Office PowerPoint</Application>
  <PresentationFormat>Широкоэкранный</PresentationFormat>
  <Paragraphs>77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1" baseType="lpstr">
      <vt:lpstr>Batang</vt:lpstr>
      <vt:lpstr>굴림</vt:lpstr>
      <vt:lpstr>맑은 고딕</vt:lpstr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Basic Korean 1</vt:lpstr>
      <vt:lpstr>Basic Korean 1</vt:lpstr>
      <vt:lpstr>Презентация PowerPoint</vt:lpstr>
      <vt:lpstr>Grading System (Relative Grading)</vt:lpstr>
      <vt:lpstr>훈민전음 [Hunminjonim]  “Odamlarga to’g’ri talaffuz qilish uchun ko’rsatma”</vt:lpstr>
      <vt:lpstr>Koreys alfaviti</vt:lpstr>
      <vt:lpstr>Koreys tili</vt:lpstr>
      <vt:lpstr>Презентация PowerPoint</vt:lpstr>
      <vt:lpstr>Презентация PowerPoint</vt:lpstr>
      <vt:lpstr>Презентация PowerPoint</vt:lpstr>
      <vt:lpstr>Oddiy unlilar 모음 [моым]</vt:lpstr>
      <vt:lpstr>Презентация PowerPoint</vt:lpstr>
      <vt:lpstr>Презентация PowerPoint</vt:lpstr>
      <vt:lpstr>Undosh harflarni kelib chiqishi</vt:lpstr>
      <vt:lpstr>Презентация PowerPoint</vt:lpstr>
      <vt:lpstr>Oddiy undoshlar 자음[чаым]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Корейский алфавит</dc:title>
  <dc:creator>Hewlett Packard</dc:creator>
  <cp:lastModifiedBy>Hewlett Packard</cp:lastModifiedBy>
  <cp:revision>95</cp:revision>
  <dcterms:created xsi:type="dcterms:W3CDTF">2024-09-01T13:59:05Z</dcterms:created>
  <dcterms:modified xsi:type="dcterms:W3CDTF">2026-09-09T11:59:28Z</dcterms:modified>
</cp:coreProperties>
</file>